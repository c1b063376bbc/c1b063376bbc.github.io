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39"/>
  </p:notesMasterIdLst>
  <p:sldIdLst>
    <p:sldId id="278" r:id="rId2"/>
    <p:sldId id="327" r:id="rId3"/>
    <p:sldId id="325" r:id="rId4"/>
    <p:sldId id="294" r:id="rId5"/>
    <p:sldId id="297" r:id="rId6"/>
    <p:sldId id="323" r:id="rId7"/>
    <p:sldId id="295" r:id="rId8"/>
    <p:sldId id="280" r:id="rId9"/>
    <p:sldId id="296" r:id="rId10"/>
    <p:sldId id="308" r:id="rId11"/>
    <p:sldId id="298" r:id="rId12"/>
    <p:sldId id="299" r:id="rId13"/>
    <p:sldId id="310" r:id="rId14"/>
    <p:sldId id="324" r:id="rId15"/>
    <p:sldId id="311" r:id="rId16"/>
    <p:sldId id="312" r:id="rId17"/>
    <p:sldId id="313" r:id="rId18"/>
    <p:sldId id="314" r:id="rId19"/>
    <p:sldId id="315" r:id="rId20"/>
    <p:sldId id="316" r:id="rId21"/>
    <p:sldId id="309" r:id="rId22"/>
    <p:sldId id="326" r:id="rId23"/>
    <p:sldId id="300" r:id="rId24"/>
    <p:sldId id="302" r:id="rId25"/>
    <p:sldId id="301" r:id="rId26"/>
    <p:sldId id="317" r:id="rId27"/>
    <p:sldId id="318" r:id="rId28"/>
    <p:sldId id="319" r:id="rId29"/>
    <p:sldId id="320" r:id="rId30"/>
    <p:sldId id="303" r:id="rId31"/>
    <p:sldId id="321" r:id="rId32"/>
    <p:sldId id="304" r:id="rId33"/>
    <p:sldId id="305" r:id="rId34"/>
    <p:sldId id="322" r:id="rId35"/>
    <p:sldId id="306" r:id="rId36"/>
    <p:sldId id="307" r:id="rId37"/>
    <p:sldId id="293" r:id="rId38"/>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userDrawn="1">
          <p15:clr>
            <a:srgbClr val="A4A3A4"/>
          </p15:clr>
        </p15:guide>
        <p15:guide id="2" pos="456" userDrawn="1">
          <p15:clr>
            <a:srgbClr val="A4A3A4"/>
          </p15:clr>
        </p15:guide>
        <p15:guide id="3" orient="horz" pos="2616" userDrawn="1">
          <p15:clr>
            <a:srgbClr val="A4A3A4"/>
          </p15:clr>
        </p15:guide>
        <p15:guide id="4" orient="horz" pos="3264" userDrawn="1">
          <p15:clr>
            <a:srgbClr val="A4A3A4"/>
          </p15:clr>
        </p15:guide>
        <p15:guide id="5" pos="6912" userDrawn="1">
          <p15:clr>
            <a:srgbClr val="A4A3A4"/>
          </p15:clr>
        </p15:guide>
        <p15:guide id="6" orient="horz" pos="2136" userDrawn="1">
          <p15:clr>
            <a:srgbClr val="A4A3A4"/>
          </p15:clr>
        </p15:guide>
        <p15:guide id="7" orient="horz" pos="4008" userDrawn="1">
          <p15:clr>
            <a:srgbClr val="A4A3A4"/>
          </p15:clr>
        </p15:guide>
        <p15:guide id="8" orient="horz" pos="1152" userDrawn="1">
          <p15:clr>
            <a:srgbClr val="A4A3A4"/>
          </p15:clr>
        </p15:guide>
        <p15:guide id="9" orient="horz" pos="2352" userDrawn="1">
          <p15:clr>
            <a:srgbClr val="A4A3A4"/>
          </p15:clr>
        </p15:guide>
        <p15:guide id="10" orient="horz" pos="1512" userDrawn="1">
          <p15:clr>
            <a:srgbClr val="A4A3A4"/>
          </p15:clr>
        </p15:guide>
        <p15:guide id="11" pos="7680" userDrawn="1">
          <p15:clr>
            <a:srgbClr val="A4A3A4"/>
          </p15:clr>
        </p15:guide>
        <p15:guide id="12" pos="6696" userDrawn="1">
          <p15:clr>
            <a:srgbClr val="A4A3A4"/>
          </p15:clr>
        </p15:guide>
        <p15:guide id="13" pos="1008" userDrawn="1">
          <p15:clr>
            <a:srgbClr val="A4A3A4"/>
          </p15:clr>
        </p15:guide>
        <p15:guide id="14" pos="1584"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4" orient="horz" pos="960" userDrawn="1">
          <p15:clr>
            <a:srgbClr val="A4A3A4"/>
          </p15:clr>
        </p15:guide>
        <p15:guide id="25" pos="5256" userDrawn="1">
          <p15:clr>
            <a:srgbClr val="A4A3A4"/>
          </p15:clr>
        </p15:guide>
        <p15:guide id="26" pos="726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143"/>
    <p:restoredTop sz="96327" autoAdjust="0"/>
  </p:normalViewPr>
  <p:slideViewPr>
    <p:cSldViewPr snapToGrid="0" snapToObjects="1">
      <p:cViewPr varScale="1">
        <p:scale>
          <a:sx n="119" d="100"/>
          <a:sy n="119" d="100"/>
        </p:scale>
        <p:origin x="224" y="384"/>
      </p:cViewPr>
      <p:guideLst>
        <p:guide/>
        <p:guide pos="456"/>
        <p:guide orient="horz" pos="2616"/>
        <p:guide orient="horz" pos="3264"/>
        <p:guide pos="6912"/>
        <p:guide orient="horz" pos="2136"/>
        <p:guide orient="horz" pos="4008"/>
        <p:guide orient="horz" pos="1152"/>
        <p:guide orient="horz" pos="2352"/>
        <p:guide orient="horz" pos="1512"/>
        <p:guide pos="7680"/>
        <p:guide pos="6696"/>
        <p:guide pos="1008"/>
        <p:guide pos="1584"/>
        <p:guide pos="2136"/>
        <p:guide pos="2760"/>
        <p:guide pos="3288"/>
        <p:guide pos="4032"/>
        <p:guide pos="4392"/>
        <p:guide pos="4944"/>
        <p:guide pos="5544"/>
        <p:guide pos="6072"/>
        <p:guide orient="horz" pos="2448"/>
        <p:guide orient="horz" pos="960"/>
        <p:guide pos="5256"/>
        <p:guide pos="726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descr="preencoded.png">
            <a:extLst>
              <a:ext uri="{FF2B5EF4-FFF2-40B4-BE49-F238E27FC236}">
                <a16:creationId xmlns:a16="http://schemas.microsoft.com/office/drawing/2014/main" id="{BA5D5A72-CB6F-F8DE-E2C9-90459C8C3DC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Lst>
          </p:cNvPr>
          <p:cNvSpPr/>
          <p:nvPr userDrawn="1"/>
        </p:nvSpPr>
        <p:spPr>
          <a:xfrm>
            <a:off x="1600201" y="1153228"/>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Lst>
          </p:cNvPr>
          <p:cNvSpPr/>
          <p:nvPr userDrawn="1"/>
        </p:nvSpPr>
        <p:spPr>
          <a:xfrm>
            <a:off x="2795588"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p:nvPr>
        </p:nvSpPr>
        <p:spPr>
          <a:xfrm>
            <a:off x="3403092" y="1984248"/>
            <a:ext cx="5385816" cy="1225296"/>
          </a:xfrm>
        </p:spPr>
        <p:txBody>
          <a:bodyPr tIns="0" anchor="t">
            <a:noAutofit/>
          </a:bodyPr>
          <a:lstStyle>
            <a:lvl1pPr algn="ctr">
              <a:defRPr sz="4400"/>
            </a:lvl1pPr>
          </a:lstStyle>
          <a:p>
            <a:r>
              <a:rPr lang="en-US"/>
              <a:t>Click to edit Master title style</a:t>
            </a:r>
            <a:endParaRPr lang="en-US" dirty="0"/>
          </a:p>
        </p:txBody>
      </p:sp>
      <p:sp>
        <p:nvSpPr>
          <p:cNvPr id="3" name="Subtitle 2"/>
          <p:cNvSpPr>
            <a:spLocks noGrp="1"/>
          </p:cNvSpPr>
          <p:nvPr>
            <p:ph type="subTitle" idx="1"/>
          </p:nvPr>
        </p:nvSpPr>
        <p:spPr>
          <a:xfrm>
            <a:off x="4349496" y="3483864"/>
            <a:ext cx="3493008" cy="878908"/>
          </a:xfrm>
        </p:spPr>
        <p:txBody>
          <a:bodyPr lIns="0" tIns="0" rIns="0" bIns="0">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631799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descr="preencoded.png">
            <a:extLst>
              <a:ext uri="{FF2B5EF4-FFF2-40B4-BE49-F238E27FC236}">
                <a16:creationId xmlns:a16="http://schemas.microsoft.com/office/drawing/2014/main" id="{EFFAEAD9-58A9-096B-C6D0-58F7AD08EB20}"/>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p:nvPr>
        </p:nvSpPr>
        <p:spPr>
          <a:xfrm>
            <a:off x="1499616" y="1901952"/>
            <a:ext cx="5693664" cy="768096"/>
          </a:xfrm>
        </p:spPr>
        <p:txBody>
          <a:bodyPr>
            <a:noAutofit/>
          </a:bodyPr>
          <a:lstStyle>
            <a:lvl1pPr algn="l">
              <a:lnSpc>
                <a:spcPct val="100000"/>
              </a:lnSpc>
              <a:defRPr/>
            </a:lvl1pPr>
          </a:lstStyle>
          <a:p>
            <a:r>
              <a:rPr lang="en-US"/>
              <a:t>Click to edit Master title style</a:t>
            </a:r>
            <a:endParaRPr lang="en-US" dirty="0"/>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p:nvPr>
        </p:nvSpPr>
        <p:spPr>
          <a:xfrm>
            <a:off x="1499616" y="2770632"/>
            <a:ext cx="5693664" cy="3122168"/>
          </a:xfrm>
        </p:spPr>
        <p:txBody>
          <a:bodyPr>
            <a:no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Introduction">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C35EFB42-020B-1DF4-3D42-26092CE45F08}"/>
              </a:ext>
            </a:extLst>
          </p:cNvPr>
          <p:cNvSpPr/>
          <p:nvPr userDrawn="1"/>
        </p:nvSpPr>
        <p:spPr>
          <a:xfrm>
            <a:off x="0" y="3427336"/>
            <a:ext cx="3430200" cy="3430665"/>
          </a:xfrm>
          <a:custGeom>
            <a:avLst/>
            <a:gdLst>
              <a:gd name="connsiteX0" fmla="*/ 0 w 3430200"/>
              <a:gd name="connsiteY0" fmla="*/ 0 h 3430665"/>
              <a:gd name="connsiteX1" fmla="*/ 3430200 w 3430200"/>
              <a:gd name="connsiteY1" fmla="*/ 0 h 3430665"/>
              <a:gd name="connsiteX2" fmla="*/ 3430200 w 3430200"/>
              <a:gd name="connsiteY2" fmla="*/ 3430665 h 3430665"/>
              <a:gd name="connsiteX3" fmla="*/ 0 w 3430200"/>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430200" h="3430665">
                <a:moveTo>
                  <a:pt x="0" y="0"/>
                </a:moveTo>
                <a:lnTo>
                  <a:pt x="3430200" y="0"/>
                </a:lnTo>
                <a:lnTo>
                  <a:pt x="3430200"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Freeform: Shape 19">
            <a:extLst>
              <a:ext uri="{FF2B5EF4-FFF2-40B4-BE49-F238E27FC236}">
                <a16:creationId xmlns:a16="http://schemas.microsoft.com/office/drawing/2014/main" id="{AB4DD322-D1E0-74CB-BBFF-057426E58EBC}"/>
              </a:ext>
            </a:extLst>
          </p:cNvPr>
          <p:cNvSpPr/>
          <p:nvPr userDrawn="1"/>
        </p:nvSpPr>
        <p:spPr>
          <a:xfrm>
            <a:off x="0" y="3427336"/>
            <a:ext cx="3430200" cy="3430665"/>
          </a:xfrm>
          <a:custGeom>
            <a:avLst/>
            <a:gdLst>
              <a:gd name="connsiteX0" fmla="*/ 3430200 w 3430200"/>
              <a:gd name="connsiteY0" fmla="*/ 0 h 3430665"/>
              <a:gd name="connsiteX1" fmla="*/ 3430200 w 3430200"/>
              <a:gd name="connsiteY1" fmla="*/ 3430665 h 3430665"/>
              <a:gd name="connsiteX2" fmla="*/ 0 w 3430200"/>
              <a:gd name="connsiteY2" fmla="*/ 3430665 h 3430665"/>
              <a:gd name="connsiteX3" fmla="*/ 0 w 3430200"/>
              <a:gd name="connsiteY3" fmla="*/ 3417531 h 3430665"/>
            </a:gdLst>
            <a:ahLst/>
            <a:cxnLst>
              <a:cxn ang="0">
                <a:pos x="connsiteX0" y="connsiteY0"/>
              </a:cxn>
              <a:cxn ang="0">
                <a:pos x="connsiteX1" y="connsiteY1"/>
              </a:cxn>
              <a:cxn ang="0">
                <a:pos x="connsiteX2" y="connsiteY2"/>
              </a:cxn>
              <a:cxn ang="0">
                <a:pos x="connsiteX3" y="connsiteY3"/>
              </a:cxn>
            </a:cxnLst>
            <a:rect l="l" t="t" r="r" b="b"/>
            <a:pathLst>
              <a:path w="3430200" h="3430665">
                <a:moveTo>
                  <a:pt x="3430200" y="0"/>
                </a:moveTo>
                <a:lnTo>
                  <a:pt x="3430200" y="3430665"/>
                </a:lnTo>
                <a:lnTo>
                  <a:pt x="0" y="3430665"/>
                </a:lnTo>
                <a:lnTo>
                  <a:pt x="0" y="3417531"/>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Shape 13">
            <a:extLst>
              <a:ext uri="{FF2B5EF4-FFF2-40B4-BE49-F238E27FC236}">
                <a16:creationId xmlns:a16="http://schemas.microsoft.com/office/drawing/2014/main" id="{C11D3FCE-EC92-8558-A3E5-04DB12477A3B}"/>
              </a:ext>
            </a:extLst>
          </p:cNvPr>
          <p:cNvSpPr/>
          <p:nvPr userDrawn="1"/>
        </p:nvSpPr>
        <p:spPr>
          <a:xfrm>
            <a:off x="1" y="1"/>
            <a:ext cx="3423785" cy="3437345"/>
          </a:xfrm>
          <a:custGeom>
            <a:avLst/>
            <a:gdLst>
              <a:gd name="connsiteX0" fmla="*/ 0 w 3423785"/>
              <a:gd name="connsiteY0" fmla="*/ 0 h 3437345"/>
              <a:gd name="connsiteX1" fmla="*/ 3423785 w 3423785"/>
              <a:gd name="connsiteY1" fmla="*/ 0 h 3437345"/>
              <a:gd name="connsiteX2" fmla="*/ 3423785 w 3423785"/>
              <a:gd name="connsiteY2" fmla="*/ 3437345 h 3437345"/>
              <a:gd name="connsiteX3" fmla="*/ 0 w 342378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423785" h="3437345">
                <a:moveTo>
                  <a:pt x="0" y="0"/>
                </a:moveTo>
                <a:lnTo>
                  <a:pt x="3423785" y="0"/>
                </a:lnTo>
                <a:lnTo>
                  <a:pt x="342378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 name="Title 1"/>
          <p:cNvSpPr>
            <a:spLocks noGrp="1"/>
          </p:cNvSpPr>
          <p:nvPr userDrawn="1">
            <p:ph type="title"/>
          </p:nvPr>
        </p:nvSpPr>
        <p:spPr>
          <a:xfrm>
            <a:off x="4224528" y="2276856"/>
            <a:ext cx="6766560" cy="768096"/>
          </a:xfrm>
        </p:spPr>
        <p:txBody>
          <a:bodyPr>
            <a:noAutofit/>
          </a:bodyPr>
          <a:lstStyle>
            <a:lvl1pPr algn="l">
              <a:lnSpc>
                <a:spcPct val="100000"/>
              </a:lnSpc>
              <a:defRPr b="1"/>
            </a:lvl1pPr>
          </a:lstStyle>
          <a:p>
            <a:r>
              <a:rPr lang="en-US"/>
              <a:t>Click to edit Master title style</a:t>
            </a:r>
            <a:endParaRPr lang="en-US" dirty="0"/>
          </a:p>
        </p:txBody>
      </p:sp>
      <p:sp>
        <p:nvSpPr>
          <p:cNvPr id="3" name="Content Placeholder 2"/>
          <p:cNvSpPr>
            <a:spLocks noGrp="1"/>
          </p:cNvSpPr>
          <p:nvPr userDrawn="1">
            <p:ph idx="1"/>
          </p:nvPr>
        </p:nvSpPr>
        <p:spPr>
          <a:xfrm>
            <a:off x="4224528" y="3222752"/>
            <a:ext cx="6766560" cy="2700528"/>
          </a:xfrm>
        </p:spPr>
        <p:txBody>
          <a:bodyPr>
            <a:noAutofit/>
          </a:bodyPr>
          <a:lstStyle>
            <a:lvl1pPr marL="0" indent="0">
              <a:buNone/>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userDrawn="1">
            <p:ph type="ftr" sz="quarter" idx="11"/>
          </p:nvPr>
        </p:nvSpPr>
        <p:spPr>
          <a:xfrm>
            <a:off x="4224528" y="457200"/>
            <a:ext cx="3200400" cy="274320"/>
          </a:xfrm>
        </p:spPr>
        <p:txBody>
          <a:bodyPr>
            <a:noAutofit/>
          </a:bodyPr>
          <a:lstStyle/>
          <a:p>
            <a:r>
              <a:rPr lang="en-US"/>
              <a:t>Presentation title</a:t>
            </a:r>
            <a:endParaRPr lang="en-US" dirty="0"/>
          </a:p>
        </p:txBody>
      </p:sp>
      <p:sp>
        <p:nvSpPr>
          <p:cNvPr id="6" name="Slide Number Placeholder 5"/>
          <p:cNvSpPr>
            <a:spLocks noGrp="1"/>
          </p:cNvSpPr>
          <p:nvPr userDrawn="1">
            <p:ph type="sldNum" sz="quarter" idx="12"/>
          </p:nvPr>
        </p:nvSpPr>
        <p:spPr/>
        <p:txBody>
          <a:bodyPr>
            <a:noAutofit/>
          </a:bodyPr>
          <a:lstStyle/>
          <a:p>
            <a:fld id="{48F63A3B-78C7-47BE-AE5E-E10140E04643}" type="slidenum">
              <a:rPr lang="en-US" dirty="0"/>
              <a:t>‹#›</a:t>
            </a:fld>
            <a:endParaRPr lang="en-US" dirty="0"/>
          </a:p>
        </p:txBody>
      </p:sp>
      <p:sp>
        <p:nvSpPr>
          <p:cNvPr id="17" name="Freeform: Shape 16">
            <a:extLst>
              <a:ext uri="{FF2B5EF4-FFF2-40B4-BE49-F238E27FC236}">
                <a16:creationId xmlns:a16="http://schemas.microsoft.com/office/drawing/2014/main" id="{217CBC9E-B934-828F-2AE5-211CEF5B1D25}"/>
              </a:ext>
            </a:extLst>
          </p:cNvPr>
          <p:cNvSpPr/>
          <p:nvPr userDrawn="1"/>
        </p:nvSpPr>
        <p:spPr>
          <a:xfrm>
            <a:off x="1" y="869"/>
            <a:ext cx="3423785" cy="3436477"/>
          </a:xfrm>
          <a:custGeom>
            <a:avLst/>
            <a:gdLst>
              <a:gd name="connsiteX0" fmla="*/ 0 w 3423785"/>
              <a:gd name="connsiteY0" fmla="*/ 0 h 3436477"/>
              <a:gd name="connsiteX1" fmla="*/ 3423785 w 3423785"/>
              <a:gd name="connsiteY1" fmla="*/ 3436477 h 3436477"/>
              <a:gd name="connsiteX2" fmla="*/ 0 w 3423785"/>
              <a:gd name="connsiteY2" fmla="*/ 3436477 h 3436477"/>
            </a:gdLst>
            <a:ahLst/>
            <a:cxnLst>
              <a:cxn ang="0">
                <a:pos x="connsiteX0" y="connsiteY0"/>
              </a:cxn>
              <a:cxn ang="0">
                <a:pos x="connsiteX1" y="connsiteY1"/>
              </a:cxn>
              <a:cxn ang="0">
                <a:pos x="connsiteX2" y="connsiteY2"/>
              </a:cxn>
            </a:cxnLst>
            <a:rect l="l" t="t" r="r" b="b"/>
            <a:pathLst>
              <a:path w="3423785" h="3436477">
                <a:moveTo>
                  <a:pt x="0" y="0"/>
                </a:moveTo>
                <a:lnTo>
                  <a:pt x="3423785"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772183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3D352B04-96E6-839B-9D92-EE98385C4D49}"/>
              </a:ext>
            </a:extLst>
          </p:cNvPr>
          <p:cNvSpPr/>
          <p:nvPr userDrawn="1"/>
        </p:nvSpPr>
        <p:spPr>
          <a:xfrm>
            <a:off x="2062836" y="686475"/>
            <a:ext cx="7774629" cy="6193018"/>
          </a:xfrm>
          <a:custGeom>
            <a:avLst/>
            <a:gdLst>
              <a:gd name="connsiteX0" fmla="*/ 3887320 w 7774629"/>
              <a:gd name="connsiteY0" fmla="*/ 0 h 6193018"/>
              <a:gd name="connsiteX1" fmla="*/ 7774629 w 7774629"/>
              <a:gd name="connsiteY1" fmla="*/ 3884811 h 6193018"/>
              <a:gd name="connsiteX2" fmla="*/ 7774629 w 7774629"/>
              <a:gd name="connsiteY2" fmla="*/ 6193018 h 6193018"/>
              <a:gd name="connsiteX3" fmla="*/ 0 w 7774629"/>
              <a:gd name="connsiteY3" fmla="*/ 6193018 h 6193018"/>
              <a:gd name="connsiteX4" fmla="*/ 0 w 7774629"/>
              <a:gd name="connsiteY4" fmla="*/ 3884811 h 6193018"/>
              <a:gd name="connsiteX5" fmla="*/ 3887320 w 7774629"/>
              <a:gd name="connsiteY5" fmla="*/ 0 h 619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74629" h="6193018">
                <a:moveTo>
                  <a:pt x="3887320" y="0"/>
                </a:moveTo>
                <a:cubicBezTo>
                  <a:pt x="6034243" y="0"/>
                  <a:pt x="7774629" y="1739299"/>
                  <a:pt x="7774629" y="3884811"/>
                </a:cubicBezTo>
                <a:lnTo>
                  <a:pt x="7774629" y="6193018"/>
                </a:lnTo>
                <a:lnTo>
                  <a:pt x="0" y="6193018"/>
                </a:lnTo>
                <a:lnTo>
                  <a:pt x="0" y="3884811"/>
                </a:lnTo>
                <a:cubicBezTo>
                  <a:pt x="0" y="1739299"/>
                  <a:pt x="1740414" y="0"/>
                  <a:pt x="3887320" y="0"/>
                </a:cubicBezTo>
                <a:close/>
              </a:path>
            </a:pathLst>
          </a:custGeom>
          <a:solidFill>
            <a:schemeClr val="accent2">
              <a:lumMod val="20000"/>
              <a:lumOff val="80000"/>
              <a:alpha val="99000"/>
            </a:schemeClr>
          </a:solidFill>
          <a:ln w="543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6" name="Freeform: Shape 45">
            <a:extLst>
              <a:ext uri="{FF2B5EF4-FFF2-40B4-BE49-F238E27FC236}">
                <a16:creationId xmlns:a16="http://schemas.microsoft.com/office/drawing/2014/main" id="{723D98FB-5EB7-A8DF-8470-B23A80D669E4}"/>
              </a:ext>
            </a:extLst>
          </p:cNvPr>
          <p:cNvSpPr/>
          <p:nvPr userDrawn="1"/>
        </p:nvSpPr>
        <p:spPr>
          <a:xfrm>
            <a:off x="7610252" y="1"/>
            <a:ext cx="2273668" cy="3147998"/>
          </a:xfrm>
          <a:custGeom>
            <a:avLst/>
            <a:gdLst>
              <a:gd name="connsiteX0" fmla="*/ 183295 w 2273668"/>
              <a:gd name="connsiteY0" fmla="*/ 0 h 3147998"/>
              <a:gd name="connsiteX1" fmla="*/ 2273668 w 2273668"/>
              <a:gd name="connsiteY1" fmla="*/ 0 h 3147998"/>
              <a:gd name="connsiteX2" fmla="*/ 2273668 w 2273668"/>
              <a:gd name="connsiteY2" fmla="*/ 3147998 h 3147998"/>
              <a:gd name="connsiteX3" fmla="*/ 2096300 w 2273668"/>
              <a:gd name="connsiteY3" fmla="*/ 3147998 h 3147998"/>
              <a:gd name="connsiteX4" fmla="*/ 2033714 w 2273668"/>
              <a:gd name="connsiteY4" fmla="*/ 3144814 h 3147998"/>
              <a:gd name="connsiteX5" fmla="*/ 0 w 2273668"/>
              <a:gd name="connsiteY5" fmla="*/ 886966 h 3147998"/>
              <a:gd name="connsiteX6" fmla="*/ 178732 w 2273668"/>
              <a:gd name="connsiteY6" fmla="*/ 9417 h 314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3668" h="3147998">
                <a:moveTo>
                  <a:pt x="183295" y="0"/>
                </a:moveTo>
                <a:lnTo>
                  <a:pt x="2273668" y="0"/>
                </a:lnTo>
                <a:lnTo>
                  <a:pt x="2273668" y="3147998"/>
                </a:lnTo>
                <a:lnTo>
                  <a:pt x="2096300" y="3147998"/>
                </a:lnTo>
                <a:lnTo>
                  <a:pt x="2033714" y="3144814"/>
                </a:lnTo>
                <a:cubicBezTo>
                  <a:pt x="895944" y="3028420"/>
                  <a:pt x="0" y="2060597"/>
                  <a:pt x="0" y="886966"/>
                </a:cubicBezTo>
                <a:cubicBezTo>
                  <a:pt x="0" y="576250"/>
                  <a:pt x="63712" y="279606"/>
                  <a:pt x="178732" y="9417"/>
                </a:cubicBez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43" name="Freeform: Shape 42">
            <a:extLst>
              <a:ext uri="{FF2B5EF4-FFF2-40B4-BE49-F238E27FC236}">
                <a16:creationId xmlns:a16="http://schemas.microsoft.com/office/drawing/2014/main" id="{4550F3CE-BAE9-3916-42CA-F4D906FA5173}"/>
              </a:ext>
            </a:extLst>
          </p:cNvPr>
          <p:cNvSpPr/>
          <p:nvPr userDrawn="1"/>
        </p:nvSpPr>
        <p:spPr>
          <a:xfrm>
            <a:off x="9883919" y="2"/>
            <a:ext cx="2254928" cy="3141557"/>
          </a:xfrm>
          <a:custGeom>
            <a:avLst/>
            <a:gdLst>
              <a:gd name="connsiteX0" fmla="*/ 0 w 2254928"/>
              <a:gd name="connsiteY0" fmla="*/ 0 h 3141557"/>
              <a:gd name="connsiteX1" fmla="*/ 2080472 w 2254928"/>
              <a:gd name="connsiteY1" fmla="*/ 0 h 3141557"/>
              <a:gd name="connsiteX2" fmla="*/ 2154269 w 2254928"/>
              <a:gd name="connsiteY2" fmla="*/ 202607 h 3141557"/>
              <a:gd name="connsiteX3" fmla="*/ 2254928 w 2254928"/>
              <a:gd name="connsiteY3" fmla="*/ 871976 h 3141557"/>
              <a:gd name="connsiteX4" fmla="*/ 231934 w 2254928"/>
              <a:gd name="connsiteY4" fmla="*/ 3128339 h 3141557"/>
              <a:gd name="connsiteX5" fmla="*/ 19 w 2254928"/>
              <a:gd name="connsiteY5" fmla="*/ 3141557 h 3141557"/>
              <a:gd name="connsiteX6" fmla="*/ 0 w 2254928"/>
              <a:gd name="connsiteY6" fmla="*/ 3141557 h 3141557"/>
              <a:gd name="connsiteX7" fmla="*/ 0 w 2254928"/>
              <a:gd name="connsiteY7" fmla="*/ 2729990 h 3141557"/>
              <a:gd name="connsiteX8" fmla="*/ 0 w 2254928"/>
              <a:gd name="connsiteY8" fmla="*/ 2344136 h 3141557"/>
              <a:gd name="connsiteX9" fmla="*/ 0 w 2254928"/>
              <a:gd name="connsiteY9" fmla="*/ 1983167 h 3141557"/>
              <a:gd name="connsiteX10" fmla="*/ 0 w 2254928"/>
              <a:gd name="connsiteY10" fmla="*/ 1646252 h 3141557"/>
              <a:gd name="connsiteX11" fmla="*/ 0 w 2254928"/>
              <a:gd name="connsiteY11" fmla="*/ 1332565 h 3141557"/>
              <a:gd name="connsiteX12" fmla="*/ 0 w 2254928"/>
              <a:gd name="connsiteY12" fmla="*/ 1041273 h 3141557"/>
              <a:gd name="connsiteX13" fmla="*/ 0 w 2254928"/>
              <a:gd name="connsiteY13" fmla="*/ 771549 h 3141557"/>
              <a:gd name="connsiteX14" fmla="*/ 0 w 2254928"/>
              <a:gd name="connsiteY14" fmla="*/ 522561 h 3141557"/>
              <a:gd name="connsiteX15" fmla="*/ 0 w 2254928"/>
              <a:gd name="connsiteY15" fmla="*/ 293482 h 3141557"/>
              <a:gd name="connsiteX16" fmla="*/ 0 w 2254928"/>
              <a:gd name="connsiteY16" fmla="*/ 83481 h 3141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54928" h="3141557">
                <a:moveTo>
                  <a:pt x="0" y="0"/>
                </a:moveTo>
                <a:lnTo>
                  <a:pt x="2080472" y="0"/>
                </a:lnTo>
                <a:lnTo>
                  <a:pt x="2154269" y="202607"/>
                </a:lnTo>
                <a:cubicBezTo>
                  <a:pt x="2219730" y="414134"/>
                  <a:pt x="2254928" y="638939"/>
                  <a:pt x="2254928" y="871976"/>
                </a:cubicBezTo>
                <a:cubicBezTo>
                  <a:pt x="2254928" y="2045607"/>
                  <a:pt x="1374977" y="3005515"/>
                  <a:pt x="231934" y="3128339"/>
                </a:cubicBezTo>
                <a:lnTo>
                  <a:pt x="19" y="3141557"/>
                </a:lnTo>
                <a:lnTo>
                  <a:pt x="0" y="3141557"/>
                </a:lnTo>
                <a:lnTo>
                  <a:pt x="0" y="2729990"/>
                </a:lnTo>
                <a:lnTo>
                  <a:pt x="0" y="2344136"/>
                </a:lnTo>
                <a:lnTo>
                  <a:pt x="0" y="1983167"/>
                </a:lnTo>
                <a:lnTo>
                  <a:pt x="0" y="1646252"/>
                </a:lnTo>
                <a:lnTo>
                  <a:pt x="0" y="1332565"/>
                </a:lnTo>
                <a:lnTo>
                  <a:pt x="0" y="1041273"/>
                </a:lnTo>
                <a:lnTo>
                  <a:pt x="0" y="771549"/>
                </a:lnTo>
                <a:lnTo>
                  <a:pt x="0" y="522561"/>
                </a:lnTo>
                <a:lnTo>
                  <a:pt x="0" y="293482"/>
                </a:lnTo>
                <a:lnTo>
                  <a:pt x="0" y="83481"/>
                </a:lnTo>
                <a:close/>
              </a:path>
            </a:pathLst>
          </a:custGeom>
          <a:solidFill>
            <a:schemeClr val="accent6"/>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49" name="Freeform: Shape 48">
            <a:extLst>
              <a:ext uri="{FF2B5EF4-FFF2-40B4-BE49-F238E27FC236}">
                <a16:creationId xmlns:a16="http://schemas.microsoft.com/office/drawing/2014/main" id="{D83F65A0-0C52-48AD-DC5D-B5D3BF3CC188}"/>
              </a:ext>
            </a:extLst>
          </p:cNvPr>
          <p:cNvSpPr/>
          <p:nvPr userDrawn="1"/>
        </p:nvSpPr>
        <p:spPr>
          <a:xfrm>
            <a:off x="8395730" y="2"/>
            <a:ext cx="2959203" cy="2352793"/>
          </a:xfrm>
          <a:custGeom>
            <a:avLst/>
            <a:gdLst>
              <a:gd name="connsiteX0" fmla="*/ 289830 w 2959203"/>
              <a:gd name="connsiteY0" fmla="*/ 0 h 2352793"/>
              <a:gd name="connsiteX1" fmla="*/ 2669374 w 2959203"/>
              <a:gd name="connsiteY1" fmla="*/ 0 h 2352793"/>
              <a:gd name="connsiteX2" fmla="*/ 2706511 w 2959203"/>
              <a:gd name="connsiteY2" fmla="*/ 49584 h 2352793"/>
              <a:gd name="connsiteX3" fmla="*/ 2951565 w 2959203"/>
              <a:gd name="connsiteY3" fmla="*/ 724493 h 2352793"/>
              <a:gd name="connsiteX4" fmla="*/ 2959203 w 2959203"/>
              <a:gd name="connsiteY4" fmla="*/ 875514 h 2352793"/>
              <a:gd name="connsiteX5" fmla="*/ 2959203 w 2959203"/>
              <a:gd name="connsiteY5" fmla="*/ 875554 h 2352793"/>
              <a:gd name="connsiteX6" fmla="*/ 2951565 w 2959203"/>
              <a:gd name="connsiteY6" fmla="*/ 1026575 h 2352793"/>
              <a:gd name="connsiteX7" fmla="*/ 1479602 w 2959203"/>
              <a:gd name="connsiteY7" fmla="*/ 2352793 h 2352793"/>
              <a:gd name="connsiteX8" fmla="*/ 0 w 2959203"/>
              <a:gd name="connsiteY8" fmla="*/ 875534 h 2352793"/>
              <a:gd name="connsiteX9" fmla="*/ 252694 w 2959203"/>
              <a:gd name="connsiteY9" fmla="*/ 49584 h 2352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59203" h="2352793">
                <a:moveTo>
                  <a:pt x="289830" y="0"/>
                </a:moveTo>
                <a:lnTo>
                  <a:pt x="2669374" y="0"/>
                </a:lnTo>
                <a:lnTo>
                  <a:pt x="2706511" y="49584"/>
                </a:lnTo>
                <a:cubicBezTo>
                  <a:pt x="2839459" y="246061"/>
                  <a:pt x="2926309" y="476187"/>
                  <a:pt x="2951565" y="724493"/>
                </a:cubicBezTo>
                <a:lnTo>
                  <a:pt x="2959203" y="875514"/>
                </a:lnTo>
                <a:lnTo>
                  <a:pt x="2959203" y="875554"/>
                </a:lnTo>
                <a:lnTo>
                  <a:pt x="2951565" y="1026575"/>
                </a:lnTo>
                <a:cubicBezTo>
                  <a:pt x="2875795" y="1771492"/>
                  <a:pt x="2245691" y="2352793"/>
                  <a:pt x="1479602" y="2352793"/>
                </a:cubicBezTo>
                <a:cubicBezTo>
                  <a:pt x="662440" y="2352793"/>
                  <a:pt x="0" y="1691401"/>
                  <a:pt x="0" y="875534"/>
                </a:cubicBezTo>
                <a:cubicBezTo>
                  <a:pt x="0" y="569583"/>
                  <a:pt x="93156" y="285356"/>
                  <a:pt x="252694" y="49584"/>
                </a:cubicBez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40" name="Freeform: Shape 39">
            <a:extLst>
              <a:ext uri="{FF2B5EF4-FFF2-40B4-BE49-F238E27FC236}">
                <a16:creationId xmlns:a16="http://schemas.microsoft.com/office/drawing/2014/main" id="{F8FA7F58-C470-6376-9DB1-DE7034C491E8}"/>
              </a:ext>
            </a:extLst>
          </p:cNvPr>
          <p:cNvSpPr/>
          <p:nvPr userDrawn="1"/>
        </p:nvSpPr>
        <p:spPr>
          <a:xfrm>
            <a:off x="1390854" y="3130662"/>
            <a:ext cx="3106248" cy="3748831"/>
          </a:xfrm>
          <a:custGeom>
            <a:avLst/>
            <a:gdLst>
              <a:gd name="connsiteX0" fmla="*/ 0 w 3106248"/>
              <a:gd name="connsiteY0" fmla="*/ 0 h 3748831"/>
              <a:gd name="connsiteX1" fmla="*/ 3106248 w 3106248"/>
              <a:gd name="connsiteY1" fmla="*/ 3748831 h 3748831"/>
              <a:gd name="connsiteX2" fmla="*/ 0 w 3106248"/>
              <a:gd name="connsiteY2" fmla="*/ 3748831 h 3748831"/>
            </a:gdLst>
            <a:ahLst/>
            <a:cxnLst>
              <a:cxn ang="0">
                <a:pos x="connsiteX0" y="connsiteY0"/>
              </a:cxn>
              <a:cxn ang="0">
                <a:pos x="connsiteX1" y="connsiteY1"/>
              </a:cxn>
              <a:cxn ang="0">
                <a:pos x="connsiteX2" y="connsiteY2"/>
              </a:cxn>
            </a:cxnLst>
            <a:rect l="l" t="t" r="r" b="b"/>
            <a:pathLst>
              <a:path w="3106248" h="3748831">
                <a:moveTo>
                  <a:pt x="0" y="0"/>
                </a:moveTo>
                <a:lnTo>
                  <a:pt x="3106248" y="3748831"/>
                </a:lnTo>
                <a:lnTo>
                  <a:pt x="0" y="3748831"/>
                </a:lnTo>
                <a:close/>
              </a:path>
            </a:pathLst>
          </a:custGeom>
          <a:solidFill>
            <a:schemeClr val="accent2">
              <a:alpha val="99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7" name="Freeform: Shape 36">
            <a:extLst>
              <a:ext uri="{FF2B5EF4-FFF2-40B4-BE49-F238E27FC236}">
                <a16:creationId xmlns:a16="http://schemas.microsoft.com/office/drawing/2014/main" id="{B27C9E57-563E-7980-7B3C-45FAD9C386F4}"/>
              </a:ext>
            </a:extLst>
          </p:cNvPr>
          <p:cNvSpPr/>
          <p:nvPr userDrawn="1"/>
        </p:nvSpPr>
        <p:spPr>
          <a:xfrm>
            <a:off x="0" y="3130661"/>
            <a:ext cx="1400640" cy="3748832"/>
          </a:xfrm>
          <a:custGeom>
            <a:avLst/>
            <a:gdLst>
              <a:gd name="connsiteX0" fmla="*/ 1400640 w 1400640"/>
              <a:gd name="connsiteY0" fmla="*/ 0 h 3748832"/>
              <a:gd name="connsiteX1" fmla="*/ 1400640 w 1400640"/>
              <a:gd name="connsiteY1" fmla="*/ 3748832 h 3748832"/>
              <a:gd name="connsiteX2" fmla="*/ 0 w 1400640"/>
              <a:gd name="connsiteY2" fmla="*/ 3748832 h 3748832"/>
              <a:gd name="connsiteX3" fmla="*/ 0 w 1400640"/>
              <a:gd name="connsiteY3" fmla="*/ 1684743 h 3748832"/>
            </a:gdLst>
            <a:ahLst/>
            <a:cxnLst>
              <a:cxn ang="0">
                <a:pos x="connsiteX0" y="connsiteY0"/>
              </a:cxn>
              <a:cxn ang="0">
                <a:pos x="connsiteX1" y="connsiteY1"/>
              </a:cxn>
              <a:cxn ang="0">
                <a:pos x="connsiteX2" y="connsiteY2"/>
              </a:cxn>
              <a:cxn ang="0">
                <a:pos x="connsiteX3" y="connsiteY3"/>
              </a:cxn>
            </a:cxnLst>
            <a:rect l="l" t="t" r="r" b="b"/>
            <a:pathLst>
              <a:path w="1400640" h="3748832">
                <a:moveTo>
                  <a:pt x="1400640" y="0"/>
                </a:moveTo>
                <a:lnTo>
                  <a:pt x="1400640" y="3748832"/>
                </a:lnTo>
                <a:lnTo>
                  <a:pt x="0" y="3748832"/>
                </a:lnTo>
                <a:lnTo>
                  <a:pt x="0" y="168474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2" name="Title 1"/>
          <p:cNvSpPr>
            <a:spLocks noGrp="1"/>
          </p:cNvSpPr>
          <p:nvPr>
            <p:ph type="title"/>
          </p:nvPr>
        </p:nvSpPr>
        <p:spPr>
          <a:xfrm>
            <a:off x="2895600" y="3776472"/>
            <a:ext cx="6400800" cy="768096"/>
          </a:xfrm>
        </p:spPr>
        <p:txBody>
          <a:bodyPr anchor="t">
            <a:noAutofit/>
          </a:bodyPr>
          <a:lstStyle>
            <a:lvl1pPr>
              <a:lnSpc>
                <a:spcPct val="100000"/>
              </a:lnSpc>
              <a:defRPr sz="4400"/>
            </a:lvl1pPr>
          </a:lstStyle>
          <a:p>
            <a:r>
              <a:rPr lang="en-US"/>
              <a:t>Click to edit Master title style</a:t>
            </a:r>
            <a:endParaRPr lang="en-US" dirty="0"/>
          </a:p>
        </p:txBody>
      </p:sp>
      <p:sp>
        <p:nvSpPr>
          <p:cNvPr id="3" name="Text Placeholder 2"/>
          <p:cNvSpPr>
            <a:spLocks noGrp="1"/>
          </p:cNvSpPr>
          <p:nvPr>
            <p:ph type="body" idx="1"/>
          </p:nvPr>
        </p:nvSpPr>
        <p:spPr>
          <a:xfrm>
            <a:off x="2895600" y="4718304"/>
            <a:ext cx="6400800" cy="512064"/>
          </a:xfrm>
        </p:spPr>
        <p:txBody>
          <a:bodyPr lIns="0" tIns="0" rIns="0" bIns="0">
            <a:noAutofit/>
          </a:bodyPr>
          <a:lstStyle>
            <a:lvl1pPr marL="0" indent="0" algn="ctr">
              <a:spcBef>
                <a:spcPts val="0"/>
              </a:spcBef>
              <a:buNone/>
              <a:defRPr sz="2400">
                <a:solidFill>
                  <a:schemeClr val="accent6"/>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hart">
    <p:spTree>
      <p:nvGrpSpPr>
        <p:cNvPr id="1" name=""/>
        <p:cNvGrpSpPr/>
        <p:nvPr/>
      </p:nvGrpSpPr>
      <p:grpSpPr>
        <a:xfrm>
          <a:off x="0" y="0"/>
          <a:ext cx="0" cy="0"/>
          <a:chOff x="0" y="0"/>
          <a:chExt cx="0" cy="0"/>
        </a:xfrm>
      </p:grpSpPr>
      <p:sp>
        <p:nvSpPr>
          <p:cNvPr id="30" name="Freeform: Shape 29">
            <a:extLst>
              <a:ext uri="{FF2B5EF4-FFF2-40B4-BE49-F238E27FC236}">
                <a16:creationId xmlns:a16="http://schemas.microsoft.com/office/drawing/2014/main" id="{2459EA3C-8B88-5F1F-531E-7DA7DE55710B}"/>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p:txBody>
          <a:bodyPr>
            <a:noAutofit/>
          </a:bodyPr>
          <a:lstStyle>
            <a:lvl1pPr>
              <a:lnSpc>
                <a:spcPct val="100000"/>
              </a:lnSpc>
              <a:defRPr/>
            </a:lvl1pPr>
          </a:lstStyle>
          <a:p>
            <a:r>
              <a:rPr lang="en-US"/>
              <a:t>Click to edit Master title style</a:t>
            </a:r>
            <a:endParaRPr lang="en-US" dirty="0"/>
          </a:p>
        </p:txBody>
      </p:sp>
      <p:sp>
        <p:nvSpPr>
          <p:cNvPr id="3" name="Content Placeholder 2"/>
          <p:cNvSpPr>
            <a:spLocks noGrp="1"/>
          </p:cNvSpPr>
          <p:nvPr>
            <p:ph sz="half" idx="1"/>
          </p:nvPr>
        </p:nvSpPr>
        <p:spPr>
          <a:xfrm>
            <a:off x="539496" y="2103120"/>
            <a:ext cx="11119104" cy="4434840"/>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noAutofit/>
          </a:bodyPr>
          <a:lstStyle/>
          <a:p>
            <a:r>
              <a:rPr lang="en-US"/>
              <a:t>Presentation title</a:t>
            </a:r>
            <a:endParaRPr lang="en-US" dirty="0"/>
          </a:p>
        </p:txBody>
      </p:sp>
      <p:sp>
        <p:nvSpPr>
          <p:cNvPr id="7" name="Slide Number Placeholder 6"/>
          <p:cNvSpPr>
            <a:spLocks noGrp="1"/>
          </p:cNvSpPr>
          <p:nvPr>
            <p:ph type="sldNum" sz="quarter" idx="12"/>
          </p:nvPr>
        </p:nvSpPr>
        <p:spPr/>
        <p:txBody>
          <a:bodyPr>
            <a:noAutofit/>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20804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B0C0F070-237F-C60F-3458-4D4D9BA0A222}"/>
              </a:ext>
            </a:extLst>
          </p:cNvPr>
          <p:cNvSpPr/>
          <p:nvPr userDrawn="1"/>
        </p:nvSpPr>
        <p:spPr>
          <a:xfrm>
            <a:off x="9866106" y="0"/>
            <a:ext cx="2325894" cy="2180854"/>
          </a:xfrm>
          <a:custGeom>
            <a:avLst/>
            <a:gdLst>
              <a:gd name="connsiteX0" fmla="*/ 2066927 w 2325894"/>
              <a:gd name="connsiteY0" fmla="*/ 0 h 2180854"/>
              <a:gd name="connsiteX1" fmla="*/ 2098882 w 2325894"/>
              <a:gd name="connsiteY1" fmla="*/ 0 h 2180854"/>
              <a:gd name="connsiteX2" fmla="*/ 2128893 w 2325894"/>
              <a:gd name="connsiteY2" fmla="*/ 44463 h 2180854"/>
              <a:gd name="connsiteX3" fmla="*/ 2269798 w 2325894"/>
              <a:gd name="connsiteY3" fmla="*/ 120493 h 2180854"/>
              <a:gd name="connsiteX4" fmla="*/ 2325894 w 2325894"/>
              <a:gd name="connsiteY4" fmla="*/ 126162 h 2180854"/>
              <a:gd name="connsiteX5" fmla="*/ 2325894 w 2325894"/>
              <a:gd name="connsiteY5" fmla="*/ 149263 h 2180854"/>
              <a:gd name="connsiteX6" fmla="*/ 2265120 w 2325894"/>
              <a:gd name="connsiteY6" fmla="*/ 143117 h 2180854"/>
              <a:gd name="connsiteX7" fmla="*/ 2075647 w 2325894"/>
              <a:gd name="connsiteY7" fmla="*/ 16048 h 2180854"/>
              <a:gd name="connsiteX8" fmla="*/ 1926448 w 2325894"/>
              <a:gd name="connsiteY8" fmla="*/ 0 h 2180854"/>
              <a:gd name="connsiteX9" fmla="*/ 1950522 w 2325894"/>
              <a:gd name="connsiteY9" fmla="*/ 0 h 2180854"/>
              <a:gd name="connsiteX10" fmla="*/ 1952130 w 2325894"/>
              <a:gd name="connsiteY10" fmla="*/ 5167 h 2180854"/>
              <a:gd name="connsiteX11" fmla="*/ 2244242 w 2325894"/>
              <a:gd name="connsiteY11" fmla="*/ 244834 h 2180854"/>
              <a:gd name="connsiteX12" fmla="*/ 2325894 w 2325894"/>
              <a:gd name="connsiteY12" fmla="*/ 253091 h 2180854"/>
              <a:gd name="connsiteX13" fmla="*/ 2325894 w 2325894"/>
              <a:gd name="connsiteY13" fmla="*/ 276192 h 2180854"/>
              <a:gd name="connsiteX14" fmla="*/ 2239598 w 2325894"/>
              <a:gd name="connsiteY14" fmla="*/ 267464 h 2180854"/>
              <a:gd name="connsiteX15" fmla="*/ 1930848 w 2325894"/>
              <a:gd name="connsiteY15" fmla="*/ 14141 h 2180854"/>
              <a:gd name="connsiteX16" fmla="*/ 1794114 w 2325894"/>
              <a:gd name="connsiteY16" fmla="*/ 0 h 2180854"/>
              <a:gd name="connsiteX17" fmla="*/ 1818202 w 2325894"/>
              <a:gd name="connsiteY17" fmla="*/ 0 h 2180854"/>
              <a:gd name="connsiteX18" fmla="*/ 1835170 w 2325894"/>
              <a:gd name="connsiteY18" fmla="*/ 54535 h 2180854"/>
              <a:gd name="connsiteX19" fmla="*/ 2218687 w 2325894"/>
              <a:gd name="connsiteY19" fmla="*/ 369191 h 2180854"/>
              <a:gd name="connsiteX20" fmla="*/ 2325894 w 2325894"/>
              <a:gd name="connsiteY20" fmla="*/ 380032 h 2180854"/>
              <a:gd name="connsiteX21" fmla="*/ 2325894 w 2325894"/>
              <a:gd name="connsiteY21" fmla="*/ 403132 h 2180854"/>
              <a:gd name="connsiteX22" fmla="*/ 2214043 w 2325894"/>
              <a:gd name="connsiteY22" fmla="*/ 391825 h 2180854"/>
              <a:gd name="connsiteX23" fmla="*/ 1813889 w 2325894"/>
              <a:gd name="connsiteY23" fmla="*/ 63559 h 2180854"/>
              <a:gd name="connsiteX24" fmla="*/ 1661683 w 2325894"/>
              <a:gd name="connsiteY24" fmla="*/ 0 h 2180854"/>
              <a:gd name="connsiteX25" fmla="*/ 1685874 w 2325894"/>
              <a:gd name="connsiteY25" fmla="*/ 0 h 2180854"/>
              <a:gd name="connsiteX26" fmla="*/ 1718212 w 2325894"/>
              <a:gd name="connsiteY26" fmla="*/ 103965 h 2180854"/>
              <a:gd name="connsiteX27" fmla="*/ 2193133 w 2325894"/>
              <a:gd name="connsiteY27" fmla="*/ 493659 h 2180854"/>
              <a:gd name="connsiteX28" fmla="*/ 2325894 w 2325894"/>
              <a:gd name="connsiteY28" fmla="*/ 507083 h 2180854"/>
              <a:gd name="connsiteX29" fmla="*/ 2325894 w 2325894"/>
              <a:gd name="connsiteY29" fmla="*/ 530183 h 2180854"/>
              <a:gd name="connsiteX30" fmla="*/ 2188450 w 2325894"/>
              <a:gd name="connsiteY30" fmla="*/ 516288 h 2180854"/>
              <a:gd name="connsiteX31" fmla="*/ 1696817 w 2325894"/>
              <a:gd name="connsiteY31" fmla="*/ 112939 h 2180854"/>
              <a:gd name="connsiteX32" fmla="*/ 1531553 w 2325894"/>
              <a:gd name="connsiteY32" fmla="*/ 0 h 2180854"/>
              <a:gd name="connsiteX33" fmla="*/ 1554659 w 2325894"/>
              <a:gd name="connsiteY33" fmla="*/ 0 h 2180854"/>
              <a:gd name="connsiteX34" fmla="*/ 1555243 w 2325894"/>
              <a:gd name="connsiteY34" fmla="*/ 5776 h 2180854"/>
              <a:gd name="connsiteX35" fmla="*/ 2245588 w 2325894"/>
              <a:gd name="connsiteY35" fmla="*/ 629962 h 2180854"/>
              <a:gd name="connsiteX36" fmla="*/ 2325894 w 2325894"/>
              <a:gd name="connsiteY36" fmla="*/ 634030 h 2180854"/>
              <a:gd name="connsiteX37" fmla="*/ 2325894 w 2325894"/>
              <a:gd name="connsiteY37" fmla="*/ 657131 h 2180854"/>
              <a:gd name="connsiteX38" fmla="*/ 2243214 w 2325894"/>
              <a:gd name="connsiteY38" fmla="*/ 652943 h 2180854"/>
              <a:gd name="connsiteX39" fmla="*/ 1532607 w 2325894"/>
              <a:gd name="connsiteY39" fmla="*/ 10419 h 2180854"/>
              <a:gd name="connsiteX40" fmla="*/ 1404609 w 2325894"/>
              <a:gd name="connsiteY40" fmla="*/ 0 h 2180854"/>
              <a:gd name="connsiteX41" fmla="*/ 1427709 w 2325894"/>
              <a:gd name="connsiteY41" fmla="*/ 0 h 2180854"/>
              <a:gd name="connsiteX42" fmla="*/ 1430873 w 2325894"/>
              <a:gd name="connsiteY42" fmla="*/ 31287 h 2180854"/>
              <a:gd name="connsiteX43" fmla="*/ 2232606 w 2325894"/>
              <a:gd name="connsiteY43" fmla="*/ 756233 h 2180854"/>
              <a:gd name="connsiteX44" fmla="*/ 2325894 w 2325894"/>
              <a:gd name="connsiteY44" fmla="*/ 760959 h 2180854"/>
              <a:gd name="connsiteX45" fmla="*/ 2325894 w 2325894"/>
              <a:gd name="connsiteY45" fmla="*/ 784060 h 2180854"/>
              <a:gd name="connsiteX46" fmla="*/ 2230270 w 2325894"/>
              <a:gd name="connsiteY46" fmla="*/ 779216 h 2180854"/>
              <a:gd name="connsiteX47" fmla="*/ 1408246 w 2325894"/>
              <a:gd name="connsiteY47" fmla="*/ 35964 h 2180854"/>
              <a:gd name="connsiteX48" fmla="*/ 1274343 w 2325894"/>
              <a:gd name="connsiteY48" fmla="*/ 0 h 2180854"/>
              <a:gd name="connsiteX49" fmla="*/ 1300756 w 2325894"/>
              <a:gd name="connsiteY49" fmla="*/ 0 h 2180854"/>
              <a:gd name="connsiteX50" fmla="*/ 1306507 w 2325894"/>
              <a:gd name="connsiteY50" fmla="*/ 56884 h 2180854"/>
              <a:gd name="connsiteX51" fmla="*/ 2219643 w 2325894"/>
              <a:gd name="connsiteY51" fmla="*/ 882640 h 2180854"/>
              <a:gd name="connsiteX52" fmla="*/ 2325894 w 2325894"/>
              <a:gd name="connsiteY52" fmla="*/ 888022 h 2180854"/>
              <a:gd name="connsiteX53" fmla="*/ 2325894 w 2325894"/>
              <a:gd name="connsiteY53" fmla="*/ 911123 h 2180854"/>
              <a:gd name="connsiteX54" fmla="*/ 2217286 w 2325894"/>
              <a:gd name="connsiteY54" fmla="*/ 905621 h 2180854"/>
              <a:gd name="connsiteX55" fmla="*/ 1283761 w 2325894"/>
              <a:gd name="connsiteY55" fmla="*/ 61528 h 2180854"/>
              <a:gd name="connsiteX56" fmla="*/ 1146071 w 2325894"/>
              <a:gd name="connsiteY56" fmla="*/ 0 h 2180854"/>
              <a:gd name="connsiteX57" fmla="*/ 1169414 w 2325894"/>
              <a:gd name="connsiteY57" fmla="*/ 0 h 2180854"/>
              <a:gd name="connsiteX58" fmla="*/ 1182030 w 2325894"/>
              <a:gd name="connsiteY58" fmla="*/ 82429 h 2180854"/>
              <a:gd name="connsiteX59" fmla="*/ 2206679 w 2325894"/>
              <a:gd name="connsiteY59" fmla="*/ 1008912 h 2180854"/>
              <a:gd name="connsiteX60" fmla="*/ 2325894 w 2325894"/>
              <a:gd name="connsiteY60" fmla="*/ 1014951 h 2180854"/>
              <a:gd name="connsiteX61" fmla="*/ 2325894 w 2325894"/>
              <a:gd name="connsiteY61" fmla="*/ 1038052 h 2180854"/>
              <a:gd name="connsiteX62" fmla="*/ 2204323 w 2325894"/>
              <a:gd name="connsiteY62" fmla="*/ 1031893 h 2180854"/>
              <a:gd name="connsiteX63" fmla="*/ 1159398 w 2325894"/>
              <a:gd name="connsiteY63" fmla="*/ 87072 h 2180854"/>
              <a:gd name="connsiteX64" fmla="*/ 1017789 w 2325894"/>
              <a:gd name="connsiteY64" fmla="*/ 0 h 2180854"/>
              <a:gd name="connsiteX65" fmla="*/ 1041132 w 2325894"/>
              <a:gd name="connsiteY65" fmla="*/ 0 h 2180854"/>
              <a:gd name="connsiteX66" fmla="*/ 1057661 w 2325894"/>
              <a:gd name="connsiteY66" fmla="*/ 107992 h 2180854"/>
              <a:gd name="connsiteX67" fmla="*/ 2193716 w 2325894"/>
              <a:gd name="connsiteY67" fmla="*/ 1135208 h 2180854"/>
              <a:gd name="connsiteX68" fmla="*/ 2325894 w 2325894"/>
              <a:gd name="connsiteY68" fmla="*/ 1141903 h 2180854"/>
              <a:gd name="connsiteX69" fmla="*/ 2325894 w 2325894"/>
              <a:gd name="connsiteY69" fmla="*/ 1165004 h 2180854"/>
              <a:gd name="connsiteX70" fmla="*/ 2191361 w 2325894"/>
              <a:gd name="connsiteY70" fmla="*/ 1158189 h 2180854"/>
              <a:gd name="connsiteX71" fmla="*/ 1035029 w 2325894"/>
              <a:gd name="connsiteY71" fmla="*/ 112636 h 2180854"/>
              <a:gd name="connsiteX72" fmla="*/ 889397 w 2325894"/>
              <a:gd name="connsiteY72" fmla="*/ 0 h 2180854"/>
              <a:gd name="connsiteX73" fmla="*/ 912837 w 2325894"/>
              <a:gd name="connsiteY73" fmla="*/ 0 h 2180854"/>
              <a:gd name="connsiteX74" fmla="*/ 933296 w 2325894"/>
              <a:gd name="connsiteY74" fmla="*/ 133667 h 2180854"/>
              <a:gd name="connsiteX75" fmla="*/ 2180754 w 2325894"/>
              <a:gd name="connsiteY75" fmla="*/ 1261608 h 2180854"/>
              <a:gd name="connsiteX76" fmla="*/ 2325894 w 2325894"/>
              <a:gd name="connsiteY76" fmla="*/ 1268960 h 2180854"/>
              <a:gd name="connsiteX77" fmla="*/ 2325894 w 2325894"/>
              <a:gd name="connsiteY77" fmla="*/ 1292061 h 2180854"/>
              <a:gd name="connsiteX78" fmla="*/ 2178378 w 2325894"/>
              <a:gd name="connsiteY78" fmla="*/ 1284588 h 2180854"/>
              <a:gd name="connsiteX79" fmla="*/ 910550 w 2325894"/>
              <a:gd name="connsiteY79" fmla="*/ 138199 h 2180854"/>
              <a:gd name="connsiteX80" fmla="*/ 761929 w 2325894"/>
              <a:gd name="connsiteY80" fmla="*/ 0 h 2180854"/>
              <a:gd name="connsiteX81" fmla="*/ 785032 w 2325894"/>
              <a:gd name="connsiteY81" fmla="*/ 0 h 2180854"/>
              <a:gd name="connsiteX82" fmla="*/ 785312 w 2325894"/>
              <a:gd name="connsiteY82" fmla="*/ 5523 h 2180854"/>
              <a:gd name="connsiteX83" fmla="*/ 2167790 w 2325894"/>
              <a:gd name="connsiteY83" fmla="*/ 1387884 h 2180854"/>
              <a:gd name="connsiteX84" fmla="*/ 2325894 w 2325894"/>
              <a:gd name="connsiteY84" fmla="*/ 1395894 h 2180854"/>
              <a:gd name="connsiteX85" fmla="*/ 2325894 w 2325894"/>
              <a:gd name="connsiteY85" fmla="*/ 1418995 h 2180854"/>
              <a:gd name="connsiteX86" fmla="*/ 2165434 w 2325894"/>
              <a:gd name="connsiteY86" fmla="*/ 1410866 h 2180854"/>
              <a:gd name="connsiteX87" fmla="*/ 762328 w 2325894"/>
              <a:gd name="connsiteY87" fmla="*/ 7877 h 2180854"/>
              <a:gd name="connsiteX88" fmla="*/ 634980 w 2325894"/>
              <a:gd name="connsiteY88" fmla="*/ 0 h 2180854"/>
              <a:gd name="connsiteX89" fmla="*/ 658083 w 2325894"/>
              <a:gd name="connsiteY89" fmla="*/ 0 h 2180854"/>
              <a:gd name="connsiteX90" fmla="*/ 659019 w 2325894"/>
              <a:gd name="connsiteY90" fmla="*/ 18476 h 2180854"/>
              <a:gd name="connsiteX91" fmla="*/ 2154827 w 2325894"/>
              <a:gd name="connsiteY91" fmla="*/ 1514157 h 2180854"/>
              <a:gd name="connsiteX92" fmla="*/ 2325894 w 2325894"/>
              <a:gd name="connsiteY92" fmla="*/ 1522823 h 2180854"/>
              <a:gd name="connsiteX93" fmla="*/ 2325894 w 2325894"/>
              <a:gd name="connsiteY93" fmla="*/ 1545924 h 2180854"/>
              <a:gd name="connsiteX94" fmla="*/ 2152472 w 2325894"/>
              <a:gd name="connsiteY94" fmla="*/ 1537138 h 2180854"/>
              <a:gd name="connsiteX95" fmla="*/ 636036 w 2325894"/>
              <a:gd name="connsiteY95" fmla="*/ 20831 h 2180854"/>
              <a:gd name="connsiteX96" fmla="*/ 507911 w 2325894"/>
              <a:gd name="connsiteY96" fmla="*/ 0 h 2180854"/>
              <a:gd name="connsiteX97" fmla="*/ 531128 w 2325894"/>
              <a:gd name="connsiteY97" fmla="*/ 0 h 2180854"/>
              <a:gd name="connsiteX98" fmla="*/ 532727 w 2325894"/>
              <a:gd name="connsiteY98" fmla="*/ 31559 h 2180854"/>
              <a:gd name="connsiteX99" fmla="*/ 2141864 w 2325894"/>
              <a:gd name="connsiteY99" fmla="*/ 1640562 h 2180854"/>
              <a:gd name="connsiteX100" fmla="*/ 2325894 w 2325894"/>
              <a:gd name="connsiteY100" fmla="*/ 1649885 h 2180854"/>
              <a:gd name="connsiteX101" fmla="*/ 2325894 w 2325894"/>
              <a:gd name="connsiteY101" fmla="*/ 1672981 h 2180854"/>
              <a:gd name="connsiteX102" fmla="*/ 2139488 w 2325894"/>
              <a:gd name="connsiteY102" fmla="*/ 1663539 h 2180854"/>
              <a:gd name="connsiteX103" fmla="*/ 509624 w 2325894"/>
              <a:gd name="connsiteY103" fmla="*/ 33818 h 2180854"/>
              <a:gd name="connsiteX104" fmla="*/ 380961 w 2325894"/>
              <a:gd name="connsiteY104" fmla="*/ 0 h 2180854"/>
              <a:gd name="connsiteX105" fmla="*/ 404065 w 2325894"/>
              <a:gd name="connsiteY105" fmla="*/ 0 h 2180854"/>
              <a:gd name="connsiteX106" fmla="*/ 406316 w 2325894"/>
              <a:gd name="connsiteY106" fmla="*/ 44437 h 2180854"/>
              <a:gd name="connsiteX107" fmla="*/ 2128900 w 2325894"/>
              <a:gd name="connsiteY107" fmla="*/ 1766854 h 2180854"/>
              <a:gd name="connsiteX108" fmla="*/ 2325894 w 2325894"/>
              <a:gd name="connsiteY108" fmla="*/ 1776833 h 2180854"/>
              <a:gd name="connsiteX109" fmla="*/ 2325894 w 2325894"/>
              <a:gd name="connsiteY109" fmla="*/ 1799934 h 2180854"/>
              <a:gd name="connsiteX110" fmla="*/ 2126525 w 2325894"/>
              <a:gd name="connsiteY110" fmla="*/ 1789835 h 2180854"/>
              <a:gd name="connsiteX111" fmla="*/ 383332 w 2325894"/>
              <a:gd name="connsiteY111" fmla="*/ 46792 h 2180854"/>
              <a:gd name="connsiteX112" fmla="*/ 254013 w 2325894"/>
              <a:gd name="connsiteY112" fmla="*/ 0 h 2180854"/>
              <a:gd name="connsiteX113" fmla="*/ 277116 w 2325894"/>
              <a:gd name="connsiteY113" fmla="*/ 0 h 2180854"/>
              <a:gd name="connsiteX114" fmla="*/ 280023 w 2325894"/>
              <a:gd name="connsiteY114" fmla="*/ 57371 h 2180854"/>
              <a:gd name="connsiteX115" fmla="*/ 2115917 w 2325894"/>
              <a:gd name="connsiteY115" fmla="*/ 1893125 h 2180854"/>
              <a:gd name="connsiteX116" fmla="*/ 2325894 w 2325894"/>
              <a:gd name="connsiteY116" fmla="*/ 1903762 h 2180854"/>
              <a:gd name="connsiteX117" fmla="*/ 2325894 w 2325894"/>
              <a:gd name="connsiteY117" fmla="*/ 1926863 h 2180854"/>
              <a:gd name="connsiteX118" fmla="*/ 2113563 w 2325894"/>
              <a:gd name="connsiteY118" fmla="*/ 1916107 h 2180854"/>
              <a:gd name="connsiteX119" fmla="*/ 257040 w 2325894"/>
              <a:gd name="connsiteY119" fmla="*/ 59745 h 2180854"/>
              <a:gd name="connsiteX120" fmla="*/ 126949 w 2325894"/>
              <a:gd name="connsiteY120" fmla="*/ 0 h 2180854"/>
              <a:gd name="connsiteX121" fmla="*/ 150160 w 2325894"/>
              <a:gd name="connsiteY121" fmla="*/ 0 h 2180854"/>
              <a:gd name="connsiteX122" fmla="*/ 153729 w 2325894"/>
              <a:gd name="connsiteY122" fmla="*/ 70454 h 2180854"/>
              <a:gd name="connsiteX123" fmla="*/ 2102955 w 2325894"/>
              <a:gd name="connsiteY123" fmla="*/ 2019530 h 2180854"/>
              <a:gd name="connsiteX124" fmla="*/ 2325894 w 2325894"/>
              <a:gd name="connsiteY124" fmla="*/ 2030824 h 2180854"/>
              <a:gd name="connsiteX125" fmla="*/ 2325894 w 2325894"/>
              <a:gd name="connsiteY125" fmla="*/ 2053925 h 2180854"/>
              <a:gd name="connsiteX126" fmla="*/ 2100598 w 2325894"/>
              <a:gd name="connsiteY126" fmla="*/ 2042512 h 2180854"/>
              <a:gd name="connsiteX127" fmla="*/ 130633 w 2325894"/>
              <a:gd name="connsiteY127" fmla="*/ 72714 h 2180854"/>
              <a:gd name="connsiteX128" fmla="*/ 0 w 2325894"/>
              <a:gd name="connsiteY128" fmla="*/ 0 h 2180854"/>
              <a:gd name="connsiteX129" fmla="*/ 23103 w 2325894"/>
              <a:gd name="connsiteY129" fmla="*/ 0 h 2180854"/>
              <a:gd name="connsiteX130" fmla="*/ 27324 w 2325894"/>
              <a:gd name="connsiteY130" fmla="*/ 83311 h 2180854"/>
              <a:gd name="connsiteX131" fmla="*/ 2089991 w 2325894"/>
              <a:gd name="connsiteY131" fmla="*/ 2145803 h 2180854"/>
              <a:gd name="connsiteX132" fmla="*/ 2325894 w 2325894"/>
              <a:gd name="connsiteY132" fmla="*/ 2157753 h 2180854"/>
              <a:gd name="connsiteX133" fmla="*/ 2325894 w 2325894"/>
              <a:gd name="connsiteY133" fmla="*/ 2180854 h 2180854"/>
              <a:gd name="connsiteX134" fmla="*/ 2087636 w 2325894"/>
              <a:gd name="connsiteY134" fmla="*/ 2168784 h 2180854"/>
              <a:gd name="connsiteX135" fmla="*/ 4341 w 2325894"/>
              <a:gd name="connsiteY135" fmla="*/ 85667 h 218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2325894" h="2180854">
                <a:moveTo>
                  <a:pt x="2066927" y="0"/>
                </a:moveTo>
                <a:lnTo>
                  <a:pt x="2098882" y="0"/>
                </a:lnTo>
                <a:lnTo>
                  <a:pt x="2128893" y="44463"/>
                </a:lnTo>
                <a:cubicBezTo>
                  <a:pt x="2166753" y="82308"/>
                  <a:pt x="2215417" y="109341"/>
                  <a:pt x="2269798" y="120493"/>
                </a:cubicBezTo>
                <a:lnTo>
                  <a:pt x="2325894" y="126162"/>
                </a:lnTo>
                <a:lnTo>
                  <a:pt x="2325894" y="149263"/>
                </a:lnTo>
                <a:lnTo>
                  <a:pt x="2265120" y="143117"/>
                </a:lnTo>
                <a:cubicBezTo>
                  <a:pt x="2186576" y="127002"/>
                  <a:pt x="2119077" y="80290"/>
                  <a:pt x="2075647" y="16048"/>
                </a:cubicBezTo>
                <a:close/>
                <a:moveTo>
                  <a:pt x="1926448" y="0"/>
                </a:moveTo>
                <a:lnTo>
                  <a:pt x="1950522" y="0"/>
                </a:lnTo>
                <a:lnTo>
                  <a:pt x="1952130" y="5167"/>
                </a:lnTo>
                <a:cubicBezTo>
                  <a:pt x="2003529" y="126455"/>
                  <a:pt x="2112323" y="217766"/>
                  <a:pt x="2244242" y="244834"/>
                </a:cubicBezTo>
                <a:lnTo>
                  <a:pt x="2325894" y="253091"/>
                </a:lnTo>
                <a:lnTo>
                  <a:pt x="2325894" y="276192"/>
                </a:lnTo>
                <a:lnTo>
                  <a:pt x="2239598" y="267464"/>
                </a:lnTo>
                <a:cubicBezTo>
                  <a:pt x="2100173" y="238852"/>
                  <a:pt x="1985178" y="142334"/>
                  <a:pt x="1930848" y="14141"/>
                </a:cubicBezTo>
                <a:close/>
                <a:moveTo>
                  <a:pt x="1794114" y="0"/>
                </a:moveTo>
                <a:lnTo>
                  <a:pt x="1818202" y="0"/>
                </a:lnTo>
                <a:lnTo>
                  <a:pt x="1835170" y="54535"/>
                </a:lnTo>
                <a:cubicBezTo>
                  <a:pt x="1902650" y="213778"/>
                  <a:pt x="2045483" y="333656"/>
                  <a:pt x="2218687" y="369191"/>
                </a:cubicBezTo>
                <a:lnTo>
                  <a:pt x="2325894" y="380032"/>
                </a:lnTo>
                <a:lnTo>
                  <a:pt x="2325894" y="403132"/>
                </a:lnTo>
                <a:lnTo>
                  <a:pt x="2214043" y="391825"/>
                </a:lnTo>
                <a:cubicBezTo>
                  <a:pt x="2033333" y="354761"/>
                  <a:pt x="1884299" y="229720"/>
                  <a:pt x="1813889" y="63559"/>
                </a:cubicBezTo>
                <a:close/>
                <a:moveTo>
                  <a:pt x="1661683" y="0"/>
                </a:moveTo>
                <a:lnTo>
                  <a:pt x="1685874" y="0"/>
                </a:lnTo>
                <a:lnTo>
                  <a:pt x="1718212" y="103965"/>
                </a:lnTo>
                <a:cubicBezTo>
                  <a:pt x="1801772" y="301203"/>
                  <a:pt x="1978643" y="449654"/>
                  <a:pt x="2193133" y="493659"/>
                </a:cubicBezTo>
                <a:lnTo>
                  <a:pt x="2325894" y="507083"/>
                </a:lnTo>
                <a:lnTo>
                  <a:pt x="2325894" y="530183"/>
                </a:lnTo>
                <a:lnTo>
                  <a:pt x="2188450" y="516288"/>
                </a:lnTo>
                <a:cubicBezTo>
                  <a:pt x="1966399" y="470740"/>
                  <a:pt x="1783312" y="317082"/>
                  <a:pt x="1696817" y="112939"/>
                </a:cubicBezTo>
                <a:close/>
                <a:moveTo>
                  <a:pt x="1531553" y="0"/>
                </a:moveTo>
                <a:lnTo>
                  <a:pt x="1554659" y="0"/>
                </a:lnTo>
                <a:lnTo>
                  <a:pt x="1555243" y="5776"/>
                </a:lnTo>
                <a:cubicBezTo>
                  <a:pt x="1623483" y="338327"/>
                  <a:pt x="1902268" y="594992"/>
                  <a:pt x="2245588" y="629962"/>
                </a:cubicBezTo>
                <a:lnTo>
                  <a:pt x="2325894" y="634030"/>
                </a:lnTo>
                <a:lnTo>
                  <a:pt x="2325894" y="657131"/>
                </a:lnTo>
                <a:lnTo>
                  <a:pt x="2243214" y="652943"/>
                </a:lnTo>
                <a:cubicBezTo>
                  <a:pt x="1889750" y="616944"/>
                  <a:pt x="1602834" y="352727"/>
                  <a:pt x="1532607" y="10419"/>
                </a:cubicBezTo>
                <a:close/>
                <a:moveTo>
                  <a:pt x="1404609" y="0"/>
                </a:moveTo>
                <a:lnTo>
                  <a:pt x="1427709" y="0"/>
                </a:lnTo>
                <a:lnTo>
                  <a:pt x="1430873" y="31287"/>
                </a:lnTo>
                <a:cubicBezTo>
                  <a:pt x="1510102" y="417452"/>
                  <a:pt x="1833798" y="715609"/>
                  <a:pt x="2232606" y="756233"/>
                </a:cubicBezTo>
                <a:lnTo>
                  <a:pt x="2325894" y="760959"/>
                </a:lnTo>
                <a:lnTo>
                  <a:pt x="2325894" y="784060"/>
                </a:lnTo>
                <a:lnTo>
                  <a:pt x="2230270" y="779216"/>
                </a:lnTo>
                <a:cubicBezTo>
                  <a:pt x="1821463" y="737574"/>
                  <a:pt x="1489501" y="431938"/>
                  <a:pt x="1408246" y="35964"/>
                </a:cubicBezTo>
                <a:close/>
                <a:moveTo>
                  <a:pt x="1274343" y="0"/>
                </a:moveTo>
                <a:lnTo>
                  <a:pt x="1300756" y="0"/>
                </a:lnTo>
                <a:lnTo>
                  <a:pt x="1306507" y="56884"/>
                </a:lnTo>
                <a:cubicBezTo>
                  <a:pt x="1396745" y="496788"/>
                  <a:pt x="1765420" y="836372"/>
                  <a:pt x="2219643" y="882640"/>
                </a:cubicBezTo>
                <a:lnTo>
                  <a:pt x="2325894" y="888022"/>
                </a:lnTo>
                <a:lnTo>
                  <a:pt x="2325894" y="911123"/>
                </a:lnTo>
                <a:lnTo>
                  <a:pt x="2217286" y="905621"/>
                </a:lnTo>
                <a:cubicBezTo>
                  <a:pt x="1752979" y="858324"/>
                  <a:pt x="1376027" y="511189"/>
                  <a:pt x="1283761" y="61528"/>
                </a:cubicBezTo>
                <a:close/>
                <a:moveTo>
                  <a:pt x="1146071" y="0"/>
                </a:moveTo>
                <a:lnTo>
                  <a:pt x="1169414" y="0"/>
                </a:lnTo>
                <a:lnTo>
                  <a:pt x="1182030" y="82429"/>
                </a:lnTo>
                <a:cubicBezTo>
                  <a:pt x="1283296" y="576000"/>
                  <a:pt x="1697029" y="957001"/>
                  <a:pt x="2206679" y="1008912"/>
                </a:cubicBezTo>
                <a:lnTo>
                  <a:pt x="2325894" y="1014951"/>
                </a:lnTo>
                <a:lnTo>
                  <a:pt x="2325894" y="1038052"/>
                </a:lnTo>
                <a:lnTo>
                  <a:pt x="2204323" y="1031893"/>
                </a:lnTo>
                <a:cubicBezTo>
                  <a:pt x="1684600" y="978953"/>
                  <a:pt x="1262670" y="590398"/>
                  <a:pt x="1159398" y="87072"/>
                </a:cubicBezTo>
                <a:close/>
                <a:moveTo>
                  <a:pt x="1017789" y="0"/>
                </a:moveTo>
                <a:lnTo>
                  <a:pt x="1041132" y="0"/>
                </a:lnTo>
                <a:lnTo>
                  <a:pt x="1057661" y="107992"/>
                </a:lnTo>
                <a:cubicBezTo>
                  <a:pt x="1169939" y="655229"/>
                  <a:pt x="1628650" y="1077653"/>
                  <a:pt x="2193716" y="1135208"/>
                </a:cubicBezTo>
                <a:lnTo>
                  <a:pt x="2325894" y="1141903"/>
                </a:lnTo>
                <a:lnTo>
                  <a:pt x="2325894" y="1165004"/>
                </a:lnTo>
                <a:lnTo>
                  <a:pt x="2191361" y="1158189"/>
                </a:lnTo>
                <a:cubicBezTo>
                  <a:pt x="1616222" y="1099606"/>
                  <a:pt x="1149313" y="669630"/>
                  <a:pt x="1035029" y="112636"/>
                </a:cubicBezTo>
                <a:close/>
                <a:moveTo>
                  <a:pt x="889397" y="0"/>
                </a:moveTo>
                <a:lnTo>
                  <a:pt x="912837" y="0"/>
                </a:lnTo>
                <a:lnTo>
                  <a:pt x="933296" y="133667"/>
                </a:lnTo>
                <a:cubicBezTo>
                  <a:pt x="1056582" y="734570"/>
                  <a:pt x="1560272" y="1198411"/>
                  <a:pt x="2180754" y="1261608"/>
                </a:cubicBezTo>
                <a:lnTo>
                  <a:pt x="2325894" y="1268960"/>
                </a:lnTo>
                <a:lnTo>
                  <a:pt x="2325894" y="1292061"/>
                </a:lnTo>
                <a:lnTo>
                  <a:pt x="2178378" y="1284588"/>
                </a:lnTo>
                <a:cubicBezTo>
                  <a:pt x="1547742" y="1220351"/>
                  <a:pt x="1035844" y="748879"/>
                  <a:pt x="910550" y="138199"/>
                </a:cubicBezTo>
                <a:close/>
                <a:moveTo>
                  <a:pt x="761929" y="0"/>
                </a:moveTo>
                <a:lnTo>
                  <a:pt x="785032" y="0"/>
                </a:lnTo>
                <a:lnTo>
                  <a:pt x="785312" y="5523"/>
                </a:lnTo>
                <a:cubicBezTo>
                  <a:pt x="859466" y="733364"/>
                  <a:pt x="1439889" y="1313736"/>
                  <a:pt x="2167790" y="1387884"/>
                </a:cubicBezTo>
                <a:lnTo>
                  <a:pt x="2325894" y="1395894"/>
                </a:lnTo>
                <a:lnTo>
                  <a:pt x="2325894" y="1418995"/>
                </a:lnTo>
                <a:lnTo>
                  <a:pt x="2165434" y="1410866"/>
                </a:lnTo>
                <a:cubicBezTo>
                  <a:pt x="1426685" y="1335609"/>
                  <a:pt x="837591" y="746563"/>
                  <a:pt x="762328" y="7877"/>
                </a:cubicBezTo>
                <a:close/>
                <a:moveTo>
                  <a:pt x="634980" y="0"/>
                </a:moveTo>
                <a:lnTo>
                  <a:pt x="658083" y="0"/>
                </a:lnTo>
                <a:lnTo>
                  <a:pt x="659019" y="18476"/>
                </a:lnTo>
                <a:cubicBezTo>
                  <a:pt x="739252" y="805990"/>
                  <a:pt x="1367247" y="1433931"/>
                  <a:pt x="2154827" y="1514157"/>
                </a:cubicBezTo>
                <a:lnTo>
                  <a:pt x="2325894" y="1522823"/>
                </a:lnTo>
                <a:lnTo>
                  <a:pt x="2325894" y="1545924"/>
                </a:lnTo>
                <a:lnTo>
                  <a:pt x="2152472" y="1537138"/>
                </a:lnTo>
                <a:cubicBezTo>
                  <a:pt x="1354048" y="1455804"/>
                  <a:pt x="717377" y="819188"/>
                  <a:pt x="636036" y="20831"/>
                </a:cubicBezTo>
                <a:close/>
                <a:moveTo>
                  <a:pt x="507911" y="0"/>
                </a:moveTo>
                <a:lnTo>
                  <a:pt x="531128" y="0"/>
                </a:lnTo>
                <a:lnTo>
                  <a:pt x="532727" y="31559"/>
                </a:lnTo>
                <a:cubicBezTo>
                  <a:pt x="619037" y="878744"/>
                  <a:pt x="1294606" y="1554259"/>
                  <a:pt x="2141864" y="1640562"/>
                </a:cubicBezTo>
                <a:lnTo>
                  <a:pt x="2325894" y="1649885"/>
                </a:lnTo>
                <a:lnTo>
                  <a:pt x="2325894" y="1672981"/>
                </a:lnTo>
                <a:lnTo>
                  <a:pt x="2139488" y="1663539"/>
                </a:lnTo>
                <a:cubicBezTo>
                  <a:pt x="1281294" y="1576127"/>
                  <a:pt x="597044" y="891939"/>
                  <a:pt x="509624" y="33818"/>
                </a:cubicBezTo>
                <a:close/>
                <a:moveTo>
                  <a:pt x="380961" y="0"/>
                </a:moveTo>
                <a:lnTo>
                  <a:pt x="404065" y="0"/>
                </a:lnTo>
                <a:lnTo>
                  <a:pt x="406316" y="44437"/>
                </a:lnTo>
                <a:cubicBezTo>
                  <a:pt x="498717" y="951387"/>
                  <a:pt x="1221951" y="1674473"/>
                  <a:pt x="2128900" y="1766854"/>
                </a:cubicBezTo>
                <a:lnTo>
                  <a:pt x="2325894" y="1776833"/>
                </a:lnTo>
                <a:lnTo>
                  <a:pt x="2325894" y="1799934"/>
                </a:lnTo>
                <a:lnTo>
                  <a:pt x="2126525" y="1789835"/>
                </a:lnTo>
                <a:cubicBezTo>
                  <a:pt x="1208653" y="1696346"/>
                  <a:pt x="476829" y="964585"/>
                  <a:pt x="383332" y="46792"/>
                </a:cubicBezTo>
                <a:close/>
                <a:moveTo>
                  <a:pt x="254013" y="0"/>
                </a:moveTo>
                <a:lnTo>
                  <a:pt x="277116" y="0"/>
                </a:lnTo>
                <a:lnTo>
                  <a:pt x="280023" y="57371"/>
                </a:lnTo>
                <a:cubicBezTo>
                  <a:pt x="378489" y="1023914"/>
                  <a:pt x="1149211" y="1794655"/>
                  <a:pt x="2115917" y="1893125"/>
                </a:cubicBezTo>
                <a:lnTo>
                  <a:pt x="2325894" y="1903762"/>
                </a:lnTo>
                <a:lnTo>
                  <a:pt x="2325894" y="1926863"/>
                </a:lnTo>
                <a:lnTo>
                  <a:pt x="2113563" y="1916107"/>
                </a:lnTo>
                <a:cubicBezTo>
                  <a:pt x="1136012" y="1816541"/>
                  <a:pt x="356615" y="1037211"/>
                  <a:pt x="257040" y="59745"/>
                </a:cubicBezTo>
                <a:close/>
                <a:moveTo>
                  <a:pt x="126949" y="0"/>
                </a:moveTo>
                <a:lnTo>
                  <a:pt x="150160" y="0"/>
                </a:lnTo>
                <a:lnTo>
                  <a:pt x="153729" y="70454"/>
                </a:lnTo>
                <a:cubicBezTo>
                  <a:pt x="258274" y="1096671"/>
                  <a:pt x="1076570" y="1914983"/>
                  <a:pt x="2102955" y="2019530"/>
                </a:cubicBezTo>
                <a:lnTo>
                  <a:pt x="2325894" y="2030824"/>
                </a:lnTo>
                <a:lnTo>
                  <a:pt x="2325894" y="2053925"/>
                </a:lnTo>
                <a:lnTo>
                  <a:pt x="2100598" y="2042512"/>
                </a:lnTo>
                <a:cubicBezTo>
                  <a:pt x="1063358" y="1936856"/>
                  <a:pt x="236298" y="1109866"/>
                  <a:pt x="130633" y="72714"/>
                </a:cubicBezTo>
                <a:close/>
                <a:moveTo>
                  <a:pt x="0" y="0"/>
                </a:moveTo>
                <a:lnTo>
                  <a:pt x="23103" y="0"/>
                </a:lnTo>
                <a:lnTo>
                  <a:pt x="27324" y="83311"/>
                </a:lnTo>
                <a:cubicBezTo>
                  <a:pt x="137958" y="1169290"/>
                  <a:pt x="1003916" y="2035178"/>
                  <a:pt x="2089991" y="2145803"/>
                </a:cubicBezTo>
                <a:lnTo>
                  <a:pt x="2325894" y="2157753"/>
                </a:lnTo>
                <a:lnTo>
                  <a:pt x="2325894" y="2180854"/>
                </a:lnTo>
                <a:lnTo>
                  <a:pt x="2087636" y="2168784"/>
                </a:lnTo>
                <a:cubicBezTo>
                  <a:pt x="990717" y="2057051"/>
                  <a:pt x="116084" y="1182492"/>
                  <a:pt x="4341" y="85667"/>
                </a:cubicBezTo>
                <a:close/>
              </a:path>
            </a:pathLst>
          </a:custGeom>
          <a:solidFill>
            <a:srgbClr val="E6F0FE"/>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p:txBody>
          <a:bodyPr>
            <a:noAutofit/>
          </a:bodyPr>
          <a:lstStyle>
            <a:lvl1pPr>
              <a:lnSpc>
                <a:spcPct val="100000"/>
              </a:lnSpc>
              <a:defRPr/>
            </a:lvl1pPr>
          </a:lstStyle>
          <a:p>
            <a:r>
              <a:rPr lang="en-US"/>
              <a:t>Click to edit Master title style</a:t>
            </a:r>
            <a:endParaRPr lang="en-US" dirty="0"/>
          </a:p>
        </p:txBody>
      </p:sp>
      <p:sp>
        <p:nvSpPr>
          <p:cNvPr id="3" name="Content Placeholder 2"/>
          <p:cNvSpPr>
            <a:spLocks noGrp="1"/>
          </p:cNvSpPr>
          <p:nvPr>
            <p:ph sz="half" idx="1"/>
          </p:nvPr>
        </p:nvSpPr>
        <p:spPr>
          <a:xfrm>
            <a:off x="755904" y="2825496"/>
            <a:ext cx="10680192" cy="2834640"/>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noAutofit/>
          </a:bodyPr>
          <a:lstStyle/>
          <a:p>
            <a:r>
              <a:rPr lang="en-US"/>
              <a:t>Presentation title</a:t>
            </a:r>
            <a:endParaRPr lang="en-US" dirty="0"/>
          </a:p>
        </p:txBody>
      </p:sp>
      <p:sp>
        <p:nvSpPr>
          <p:cNvPr id="7" name="Slide Number Placeholder 6"/>
          <p:cNvSpPr>
            <a:spLocks noGrp="1"/>
          </p:cNvSpPr>
          <p:nvPr>
            <p:ph type="sldNum" sz="quarter" idx="12"/>
          </p:nvPr>
        </p:nvSpPr>
        <p:spPr/>
        <p:txBody>
          <a:bodyPr>
            <a:noAutofit/>
          </a:bodyPr>
          <a:lstStyle/>
          <a:p>
            <a:fld id="{48F63A3B-78C7-47BE-AE5E-E10140E04643}" type="slidenum">
              <a:rPr lang="en-US" dirty="0"/>
              <a:t>‹#›</a:t>
            </a:fld>
            <a:endParaRPr lang="en-US" dirty="0"/>
          </a:p>
        </p:txBody>
      </p:sp>
    </p:spTree>
    <p:extLst>
      <p:ext uri="{BB962C8B-B14F-4D97-AF65-F5344CB8AC3E}">
        <p14:creationId xmlns:p14="http://schemas.microsoft.com/office/powerpoint/2010/main" val="745712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p:cNvSpPr>
            <a:spLocks noGrp="1"/>
          </p:cNvSpPr>
          <p:nvPr>
            <p:ph type="title"/>
          </p:nvPr>
        </p:nvSpPr>
        <p:spPr>
          <a:xfrm>
            <a:off x="4389120" y="2395728"/>
            <a:ext cx="7013448" cy="1627632"/>
          </a:xfrm>
        </p:spPr>
        <p:txBody>
          <a:bodyPr lIns="0" tIns="0" rIns="0" bIns="0">
            <a:noAutofit/>
          </a:bodyPr>
          <a:lstStyle>
            <a:lvl1pPr algn="l">
              <a:lnSpc>
                <a:spcPct val="100000"/>
              </a:lnSpc>
              <a:defRPr sz="3300" b="1">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57" name="Text Placeholder 54">
            <a:extLst>
              <a:ext uri="{FF2B5EF4-FFF2-40B4-BE49-F238E27FC236}">
                <a16:creationId xmlns:a16="http://schemas.microsoft.com/office/drawing/2014/main" id="{A493C80D-2813-9E70-8901-D4B9EA4DD7EA}"/>
              </a:ext>
            </a:extLst>
          </p:cNvPr>
          <p:cNvSpPr>
            <a:spLocks noGrp="1"/>
          </p:cNvSpPr>
          <p:nvPr>
            <p:ph type="body" sz="quarter" idx="15" hasCustomPrompt="1"/>
          </p:nvPr>
        </p:nvSpPr>
        <p:spPr>
          <a:xfrm>
            <a:off x="3611880" y="1984248"/>
            <a:ext cx="768096" cy="1627632"/>
          </a:xfrm>
        </p:spPr>
        <p:txBody>
          <a:bodyPr lIns="91440" tIns="45720" rIns="91440" bIns="54864">
            <a:noAutofit/>
          </a:bodyPr>
          <a:lstStyle>
            <a:lvl1pPr marL="0" indent="0">
              <a:buNone/>
              <a:defRPr sz="10000" b="1"/>
            </a:lvl1pPr>
          </a:lstStyle>
          <a:p>
            <a:pPr lvl="0"/>
            <a:r>
              <a:rPr lang="en-US" dirty="0"/>
              <a:t>“</a:t>
            </a:r>
          </a:p>
        </p:txBody>
      </p:sp>
      <p:sp>
        <p:nvSpPr>
          <p:cNvPr id="55" name="Text Placeholder 54">
            <a:extLst>
              <a:ext uri="{FF2B5EF4-FFF2-40B4-BE49-F238E27FC236}">
                <a16:creationId xmlns:a16="http://schemas.microsoft.com/office/drawing/2014/main" id="{A2733C45-7C53-2BC5-3F62-D069650A79C9}"/>
              </a:ext>
            </a:extLst>
          </p:cNvPr>
          <p:cNvSpPr>
            <a:spLocks noGrp="1"/>
          </p:cNvSpPr>
          <p:nvPr>
            <p:ph type="body" sz="quarter" idx="13"/>
          </p:nvPr>
        </p:nvSpPr>
        <p:spPr>
          <a:xfrm>
            <a:off x="4389120" y="4308475"/>
            <a:ext cx="3932238" cy="588963"/>
          </a:xfrm>
        </p:spPr>
        <p:txBody>
          <a:bodyPr lIns="0" tIns="0" rIns="0" bIns="0">
            <a:noAutofit/>
          </a:bodyPr>
          <a:lstStyle>
            <a:lvl1pPr marL="0" indent="0">
              <a:buNone/>
              <a:defRPr sz="2400"/>
            </a:lvl1pPr>
          </a:lstStyle>
          <a:p>
            <a:pPr lvl="0"/>
            <a:r>
              <a:rPr lang="en-US"/>
              <a:t>Click to edit Master text styles</a:t>
            </a:r>
          </a:p>
        </p:txBody>
      </p:sp>
      <p:sp>
        <p:nvSpPr>
          <p:cNvPr id="56" name="Text Placeholder 54">
            <a:extLst>
              <a:ext uri="{FF2B5EF4-FFF2-40B4-BE49-F238E27FC236}">
                <a16:creationId xmlns:a16="http://schemas.microsoft.com/office/drawing/2014/main" id="{B1D62231-87CB-21EC-CF8C-46276AD1F951}"/>
              </a:ext>
            </a:extLst>
          </p:cNvPr>
          <p:cNvSpPr>
            <a:spLocks noGrp="1"/>
          </p:cNvSpPr>
          <p:nvPr>
            <p:ph type="body" sz="quarter" idx="14" hasCustomPrompt="1"/>
          </p:nvPr>
        </p:nvSpPr>
        <p:spPr>
          <a:xfrm>
            <a:off x="9500616" y="3209544"/>
            <a:ext cx="768096" cy="1627632"/>
          </a:xfrm>
        </p:spPr>
        <p:txBody>
          <a:bodyPr lIns="91440" tIns="45720" rIns="91440" bIns="54864">
            <a:noAutofit/>
          </a:bodyPr>
          <a:lstStyle>
            <a:lvl1pPr marL="0" indent="0">
              <a:buNone/>
              <a:defRPr sz="10000" b="1"/>
            </a:lvl1pPr>
          </a:lstStyle>
          <a:p>
            <a:pPr lvl="0"/>
            <a:r>
              <a:rPr lang="en-US" dirty="0"/>
              <a:t>”</a:t>
            </a:r>
          </a:p>
        </p:txBody>
      </p:sp>
      <p:sp>
        <p:nvSpPr>
          <p:cNvPr id="32" name="Image 1" descr="preencoded.png">
            <a:extLst>
              <a:ext uri="{FF2B5EF4-FFF2-40B4-BE49-F238E27FC236}">
                <a16:creationId xmlns:a16="http://schemas.microsoft.com/office/drawing/2014/main" id="{2A3EC91E-4089-D366-06D3-3E66F93DFAF3}"/>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33" name="Image 4" descr="preencoded.png">
            <a:extLst>
              <a:ext uri="{FF2B5EF4-FFF2-40B4-BE49-F238E27FC236}">
                <a16:creationId xmlns:a16="http://schemas.microsoft.com/office/drawing/2014/main" id="{EC46DC71-C12A-96C8-3FE2-AA95AB58B349}"/>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solidFill>
          <a:ln w="705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Lst>
          </p:cNvPr>
          <p:cNvSpPr>
            <a:spLocks/>
          </p:cNvSpPr>
          <p:nvPr userDrawn="1"/>
        </p:nvSpPr>
        <p:spPr bwMode="auto">
          <a:xfrm flipH="1">
            <a:off x="2535251"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6" name="Slide Number Placeholder 5"/>
          <p:cNvSpPr>
            <a:spLocks noGrp="1"/>
          </p:cNvSpPr>
          <p:nvPr>
            <p:ph type="sldNum" sz="quarter" idx="12"/>
          </p:nvPr>
        </p:nvSpPr>
        <p:spPr/>
        <p:txBody>
          <a:bodyPr>
            <a:noAutofit/>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CC43996-DAC9-130F-CB05-4A8A90381D37}"/>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 name="Title 1">
            <a:extLst>
              <a:ext uri="{FF2B5EF4-FFF2-40B4-BE49-F238E27FC236}">
                <a16:creationId xmlns:a16="http://schemas.microsoft.com/office/drawing/2014/main" id="{EA04E8AF-9DFE-7077-DB36-941F6490BAD8}"/>
              </a:ext>
            </a:extLst>
          </p:cNvPr>
          <p:cNvSpPr>
            <a:spLocks noGrp="1"/>
          </p:cNvSpPr>
          <p:nvPr>
            <p:ph type="title"/>
          </p:nvPr>
        </p:nvSpPr>
        <p:spPr/>
        <p:txBody>
          <a:bodyPr>
            <a:noAutofit/>
          </a:bodyPr>
          <a:lstStyle>
            <a:lvl1pPr>
              <a:lnSpc>
                <a:spcPct val="100000"/>
              </a:lnSpc>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43B58B80-D2DB-A0A1-0362-1157E9087574}"/>
              </a:ext>
            </a:extLst>
          </p:cNvPr>
          <p:cNvSpPr>
            <a:spLocks noGrp="1"/>
          </p:cNvSpPr>
          <p:nvPr>
            <p:ph type="ftr" sz="quarter" idx="11"/>
          </p:nvPr>
        </p:nvSpPr>
        <p:spPr/>
        <p:txBody>
          <a:bodyPr>
            <a:noAutofit/>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B62C22E6-000A-05BA-5872-EF37F029AB00}"/>
              </a:ext>
            </a:extLst>
          </p:cNvPr>
          <p:cNvSpPr>
            <a:spLocks noGrp="1"/>
          </p:cNvSpPr>
          <p:nvPr>
            <p:ph type="sldNum" sz="quarter" idx="12"/>
          </p:nvPr>
        </p:nvSpPr>
        <p:spPr/>
        <p:txBody>
          <a:bodyPr>
            <a:noAutofit/>
          </a:bodyPr>
          <a:lstStyle/>
          <a:p>
            <a:fld id="{48F63A3B-78C7-47BE-AE5E-E10140E04643}" type="slidenum">
              <a:rPr lang="en-US" smtClean="0"/>
              <a:pPr/>
              <a:t>‹#›</a:t>
            </a:fld>
            <a:endParaRPr lang="en-US" dirty="0"/>
          </a:p>
        </p:txBody>
      </p:sp>
      <p:sp>
        <p:nvSpPr>
          <p:cNvPr id="17" name="Picture Placeholder 16">
            <a:extLst>
              <a:ext uri="{FF2B5EF4-FFF2-40B4-BE49-F238E27FC236}">
                <a16:creationId xmlns:a16="http://schemas.microsoft.com/office/drawing/2014/main" id="{6AAAFB85-16C0-836A-1D0D-E65277CC341D}"/>
              </a:ext>
            </a:extLst>
          </p:cNvPr>
          <p:cNvSpPr>
            <a:spLocks noGrp="1"/>
          </p:cNvSpPr>
          <p:nvPr>
            <p:ph type="pic" sz="quarter" idx="13"/>
          </p:nvPr>
        </p:nvSpPr>
        <p:spPr>
          <a:xfrm>
            <a:off x="758905" y="2392023"/>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9" name="Text Placeholder 18">
            <a:extLst>
              <a:ext uri="{FF2B5EF4-FFF2-40B4-BE49-F238E27FC236}">
                <a16:creationId xmlns:a16="http://schemas.microsoft.com/office/drawing/2014/main" id="{FB04BFFD-8D76-D31F-232F-38A7065ACAF3}"/>
              </a:ext>
            </a:extLst>
          </p:cNvPr>
          <p:cNvSpPr>
            <a:spLocks noGrp="1"/>
          </p:cNvSpPr>
          <p:nvPr>
            <p:ph type="body" sz="quarter" idx="14" hasCustomPrompt="1"/>
          </p:nvPr>
        </p:nvSpPr>
        <p:spPr>
          <a:xfrm>
            <a:off x="758905" y="4989515"/>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1" name="Text Placeholder 20">
            <a:extLst>
              <a:ext uri="{FF2B5EF4-FFF2-40B4-BE49-F238E27FC236}">
                <a16:creationId xmlns:a16="http://schemas.microsoft.com/office/drawing/2014/main" id="{75A2E03A-AFB4-3868-FAB5-A24228FA8A04}"/>
              </a:ext>
            </a:extLst>
          </p:cNvPr>
          <p:cNvSpPr>
            <a:spLocks noGrp="1"/>
          </p:cNvSpPr>
          <p:nvPr>
            <p:ph type="body" sz="quarter" idx="15" hasCustomPrompt="1"/>
          </p:nvPr>
        </p:nvSpPr>
        <p:spPr>
          <a:xfrm>
            <a:off x="916885" y="5599755"/>
            <a:ext cx="2283472" cy="365125"/>
          </a:xfrm>
        </p:spPr>
        <p:txBody>
          <a:bodyPr anchor="ctr">
            <a:noAutofit/>
          </a:bodyPr>
          <a:lstStyle>
            <a:lvl1pPr marL="0" indent="0" algn="ctr">
              <a:buNone/>
              <a:defRPr sz="1400"/>
            </a:lvl1pPr>
          </a:lstStyle>
          <a:p>
            <a:pPr lvl="0"/>
            <a:r>
              <a:rPr lang="en-US" dirty="0"/>
              <a:t>Title</a:t>
            </a:r>
          </a:p>
        </p:txBody>
      </p:sp>
      <p:sp>
        <p:nvSpPr>
          <p:cNvPr id="23" name="Picture Placeholder 16">
            <a:extLst>
              <a:ext uri="{FF2B5EF4-FFF2-40B4-BE49-F238E27FC236}">
                <a16:creationId xmlns:a16="http://schemas.microsoft.com/office/drawing/2014/main" id="{FBADCD1B-D9E0-EA12-0DD5-22E5C60E5D6B}"/>
              </a:ext>
            </a:extLst>
          </p:cNvPr>
          <p:cNvSpPr>
            <a:spLocks noGrp="1"/>
          </p:cNvSpPr>
          <p:nvPr>
            <p:ph type="pic" sz="quarter" idx="17"/>
          </p:nvPr>
        </p:nvSpPr>
        <p:spPr>
          <a:xfrm>
            <a:off x="3517361" y="2392619"/>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2" name="Text Placeholder 18">
            <a:extLst>
              <a:ext uri="{FF2B5EF4-FFF2-40B4-BE49-F238E27FC236}">
                <a16:creationId xmlns:a16="http://schemas.microsoft.com/office/drawing/2014/main" id="{AD33972D-9092-4B3C-A699-07849068AF1D}"/>
              </a:ext>
            </a:extLst>
          </p:cNvPr>
          <p:cNvSpPr>
            <a:spLocks noGrp="1"/>
          </p:cNvSpPr>
          <p:nvPr>
            <p:ph type="body" sz="quarter" idx="16" hasCustomPrompt="1"/>
          </p:nvPr>
        </p:nvSpPr>
        <p:spPr>
          <a:xfrm>
            <a:off x="3516747" y="4990111"/>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4" name="Text Placeholder 20">
            <a:extLst>
              <a:ext uri="{FF2B5EF4-FFF2-40B4-BE49-F238E27FC236}">
                <a16:creationId xmlns:a16="http://schemas.microsoft.com/office/drawing/2014/main" id="{B54F15B1-EAC3-0113-6737-C64480876C5F}"/>
              </a:ext>
            </a:extLst>
          </p:cNvPr>
          <p:cNvSpPr>
            <a:spLocks noGrp="1"/>
          </p:cNvSpPr>
          <p:nvPr>
            <p:ph type="body" sz="quarter" idx="18" hasCustomPrompt="1"/>
          </p:nvPr>
        </p:nvSpPr>
        <p:spPr>
          <a:xfrm>
            <a:off x="3674073" y="5600351"/>
            <a:ext cx="2283472" cy="365125"/>
          </a:xfrm>
        </p:spPr>
        <p:txBody>
          <a:bodyPr anchor="ctr">
            <a:noAutofit/>
          </a:bodyPr>
          <a:lstStyle>
            <a:lvl1pPr marL="0" indent="0" algn="ctr">
              <a:buNone/>
              <a:defRPr sz="1400"/>
            </a:lvl1pPr>
          </a:lstStyle>
          <a:p>
            <a:pPr lvl="0"/>
            <a:r>
              <a:rPr lang="en-US" dirty="0"/>
              <a:t>Title</a:t>
            </a:r>
          </a:p>
        </p:txBody>
      </p:sp>
      <p:sp>
        <p:nvSpPr>
          <p:cNvPr id="26" name="Picture Placeholder 16">
            <a:extLst>
              <a:ext uri="{FF2B5EF4-FFF2-40B4-BE49-F238E27FC236}">
                <a16:creationId xmlns:a16="http://schemas.microsoft.com/office/drawing/2014/main" id="{FCEED0A5-9A71-D54A-91FC-264BD71DDED3}"/>
              </a:ext>
            </a:extLst>
          </p:cNvPr>
          <p:cNvSpPr>
            <a:spLocks noGrp="1"/>
          </p:cNvSpPr>
          <p:nvPr>
            <p:ph type="pic" sz="quarter" idx="20"/>
          </p:nvPr>
        </p:nvSpPr>
        <p:spPr>
          <a:xfrm>
            <a:off x="6275817" y="2393215"/>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5" name="Text Placeholder 18">
            <a:extLst>
              <a:ext uri="{FF2B5EF4-FFF2-40B4-BE49-F238E27FC236}">
                <a16:creationId xmlns:a16="http://schemas.microsoft.com/office/drawing/2014/main" id="{F44A0C74-A714-A8C2-69D2-74CAD68037A5}"/>
              </a:ext>
            </a:extLst>
          </p:cNvPr>
          <p:cNvSpPr>
            <a:spLocks noGrp="1"/>
          </p:cNvSpPr>
          <p:nvPr>
            <p:ph type="body" sz="quarter" idx="19" hasCustomPrompt="1"/>
          </p:nvPr>
        </p:nvSpPr>
        <p:spPr>
          <a:xfrm>
            <a:off x="6274589" y="4990707"/>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7" name="Text Placeholder 20">
            <a:extLst>
              <a:ext uri="{FF2B5EF4-FFF2-40B4-BE49-F238E27FC236}">
                <a16:creationId xmlns:a16="http://schemas.microsoft.com/office/drawing/2014/main" id="{552F4682-3F02-2A70-A285-FB2D1822A4D6}"/>
              </a:ext>
            </a:extLst>
          </p:cNvPr>
          <p:cNvSpPr>
            <a:spLocks noGrp="1"/>
          </p:cNvSpPr>
          <p:nvPr>
            <p:ph type="body" sz="quarter" idx="21" hasCustomPrompt="1"/>
          </p:nvPr>
        </p:nvSpPr>
        <p:spPr>
          <a:xfrm>
            <a:off x="6432529" y="5600947"/>
            <a:ext cx="2283472" cy="365125"/>
          </a:xfrm>
        </p:spPr>
        <p:txBody>
          <a:bodyPr anchor="ctr">
            <a:noAutofit/>
          </a:bodyPr>
          <a:lstStyle>
            <a:lvl1pPr marL="0" indent="0" algn="ctr">
              <a:buNone/>
              <a:defRPr sz="1400"/>
            </a:lvl1pPr>
          </a:lstStyle>
          <a:p>
            <a:pPr lvl="0"/>
            <a:r>
              <a:rPr lang="en-US" dirty="0"/>
              <a:t>Title</a:t>
            </a:r>
          </a:p>
        </p:txBody>
      </p:sp>
      <p:sp>
        <p:nvSpPr>
          <p:cNvPr id="29" name="Picture Placeholder 16">
            <a:extLst>
              <a:ext uri="{FF2B5EF4-FFF2-40B4-BE49-F238E27FC236}">
                <a16:creationId xmlns:a16="http://schemas.microsoft.com/office/drawing/2014/main" id="{4F0F5D16-7316-B120-F378-E3D492FEEB9C}"/>
              </a:ext>
            </a:extLst>
          </p:cNvPr>
          <p:cNvSpPr>
            <a:spLocks noGrp="1"/>
          </p:cNvSpPr>
          <p:nvPr>
            <p:ph type="pic" sz="quarter" idx="23"/>
          </p:nvPr>
        </p:nvSpPr>
        <p:spPr>
          <a:xfrm>
            <a:off x="9034272" y="2393215"/>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8" name="Text Placeholder 18">
            <a:extLst>
              <a:ext uri="{FF2B5EF4-FFF2-40B4-BE49-F238E27FC236}">
                <a16:creationId xmlns:a16="http://schemas.microsoft.com/office/drawing/2014/main" id="{47AC9724-9FC2-62FA-0DE7-3F9FE9B67A34}"/>
              </a:ext>
            </a:extLst>
          </p:cNvPr>
          <p:cNvSpPr>
            <a:spLocks noGrp="1"/>
          </p:cNvSpPr>
          <p:nvPr>
            <p:ph type="body" sz="quarter" idx="22" hasCustomPrompt="1"/>
          </p:nvPr>
        </p:nvSpPr>
        <p:spPr>
          <a:xfrm>
            <a:off x="9032431" y="4990707"/>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30" name="Text Placeholder 20">
            <a:extLst>
              <a:ext uri="{FF2B5EF4-FFF2-40B4-BE49-F238E27FC236}">
                <a16:creationId xmlns:a16="http://schemas.microsoft.com/office/drawing/2014/main" id="{114EE337-FC29-F325-E528-A3F809B28B5B}"/>
              </a:ext>
            </a:extLst>
          </p:cNvPr>
          <p:cNvSpPr>
            <a:spLocks noGrp="1"/>
          </p:cNvSpPr>
          <p:nvPr>
            <p:ph type="body" sz="quarter" idx="24" hasCustomPrompt="1"/>
          </p:nvPr>
        </p:nvSpPr>
        <p:spPr>
          <a:xfrm>
            <a:off x="9190984" y="5600947"/>
            <a:ext cx="2283472" cy="365125"/>
          </a:xfrm>
        </p:spPr>
        <p:txBody>
          <a:bodyPr anchor="ctr">
            <a:noAutofit/>
          </a:bodyPr>
          <a:lstStyle>
            <a:lvl1pPr marL="0" indent="0" algn="ctr">
              <a:buNone/>
              <a:defRPr sz="1400"/>
            </a:lvl1pPr>
          </a:lstStyle>
          <a:p>
            <a:pPr lvl="0"/>
            <a:r>
              <a:rPr lang="en-US" dirty="0"/>
              <a:t>Title</a:t>
            </a:r>
          </a:p>
        </p:txBody>
      </p:sp>
    </p:spTree>
    <p:extLst>
      <p:ext uri="{BB962C8B-B14F-4D97-AF65-F5344CB8AC3E}">
        <p14:creationId xmlns:p14="http://schemas.microsoft.com/office/powerpoint/2010/main" val="2586653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4E8AF-9DFE-7077-DB36-941F6490BAD8}"/>
              </a:ext>
            </a:extLst>
          </p:cNvPr>
          <p:cNvSpPr>
            <a:spLocks noGrp="1"/>
          </p:cNvSpPr>
          <p:nvPr>
            <p:ph type="title"/>
          </p:nvPr>
        </p:nvSpPr>
        <p:spPr>
          <a:xfrm>
            <a:off x="758952" y="539496"/>
            <a:ext cx="10671048" cy="768096"/>
          </a:xfrm>
        </p:spPr>
        <p:txBody>
          <a:bodyPr>
            <a:noAutofit/>
          </a:bodyPr>
          <a:lstStyle>
            <a:lvl1pPr>
              <a:lnSpc>
                <a:spcPct val="100000"/>
              </a:lnSpc>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43B58B80-D2DB-A0A1-0362-1157E9087574}"/>
              </a:ext>
            </a:extLst>
          </p:cNvPr>
          <p:cNvSpPr>
            <a:spLocks noGrp="1"/>
          </p:cNvSpPr>
          <p:nvPr>
            <p:ph type="ftr" sz="quarter" idx="11"/>
          </p:nvPr>
        </p:nvSpPr>
        <p:spPr/>
        <p:txBody>
          <a:bodyPr>
            <a:noAutofit/>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B62C22E6-000A-05BA-5872-EF37F029AB00}"/>
              </a:ext>
            </a:extLst>
          </p:cNvPr>
          <p:cNvSpPr>
            <a:spLocks noGrp="1"/>
          </p:cNvSpPr>
          <p:nvPr>
            <p:ph type="sldNum" sz="quarter" idx="12"/>
          </p:nvPr>
        </p:nvSpPr>
        <p:spPr/>
        <p:txBody>
          <a:bodyPr>
            <a:noAutofit/>
          </a:bodyPr>
          <a:lstStyle/>
          <a:p>
            <a:fld id="{48F63A3B-78C7-47BE-AE5E-E10140E04643}" type="slidenum">
              <a:rPr lang="en-US" smtClean="0"/>
              <a:pPr/>
              <a:t>‹#›</a:t>
            </a:fld>
            <a:endParaRPr lang="en-US" dirty="0"/>
          </a:p>
        </p:txBody>
      </p:sp>
      <p:sp>
        <p:nvSpPr>
          <p:cNvPr id="17" name="Picture Placeholder 16">
            <a:extLst>
              <a:ext uri="{FF2B5EF4-FFF2-40B4-BE49-F238E27FC236}">
                <a16:creationId xmlns:a16="http://schemas.microsoft.com/office/drawing/2014/main" id="{6AAAFB85-16C0-836A-1D0D-E65277CC341D}"/>
              </a:ext>
            </a:extLst>
          </p:cNvPr>
          <p:cNvSpPr>
            <a:spLocks noGrp="1"/>
          </p:cNvSpPr>
          <p:nvPr>
            <p:ph type="pic" sz="quarter" idx="13"/>
          </p:nvPr>
        </p:nvSpPr>
        <p:spPr>
          <a:xfrm>
            <a:off x="1271016"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9" name="Text Placeholder 18">
            <a:extLst>
              <a:ext uri="{FF2B5EF4-FFF2-40B4-BE49-F238E27FC236}">
                <a16:creationId xmlns:a16="http://schemas.microsoft.com/office/drawing/2014/main" id="{FB04BFFD-8D76-D31F-232F-38A7065ACAF3}"/>
              </a:ext>
            </a:extLst>
          </p:cNvPr>
          <p:cNvSpPr>
            <a:spLocks noGrp="1"/>
          </p:cNvSpPr>
          <p:nvPr>
            <p:ph type="body" sz="quarter" idx="14" hasCustomPrompt="1"/>
          </p:nvPr>
        </p:nvSpPr>
        <p:spPr>
          <a:xfrm>
            <a:off x="1271016" y="3191256"/>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1" name="Text Placeholder 20">
            <a:extLst>
              <a:ext uri="{FF2B5EF4-FFF2-40B4-BE49-F238E27FC236}">
                <a16:creationId xmlns:a16="http://schemas.microsoft.com/office/drawing/2014/main" id="{75A2E03A-AFB4-3868-FAB5-A24228FA8A04}"/>
              </a:ext>
            </a:extLst>
          </p:cNvPr>
          <p:cNvSpPr>
            <a:spLocks noGrp="1"/>
          </p:cNvSpPr>
          <p:nvPr>
            <p:ph type="body" sz="quarter" idx="15" hasCustomPrompt="1"/>
          </p:nvPr>
        </p:nvSpPr>
        <p:spPr>
          <a:xfrm>
            <a:off x="1271016" y="3616960"/>
            <a:ext cx="2029968" cy="182880"/>
          </a:xfrm>
        </p:spPr>
        <p:txBody>
          <a:bodyPr anchor="ctr">
            <a:noAutofit/>
          </a:bodyPr>
          <a:lstStyle>
            <a:lvl1pPr marL="0" indent="0" algn="ctr">
              <a:buNone/>
              <a:defRPr sz="1200" spc="20" baseline="0"/>
            </a:lvl1pPr>
          </a:lstStyle>
          <a:p>
            <a:pPr lvl="0"/>
            <a:r>
              <a:rPr lang="en-US" dirty="0"/>
              <a:t>Title</a:t>
            </a:r>
          </a:p>
        </p:txBody>
      </p:sp>
      <p:sp>
        <p:nvSpPr>
          <p:cNvPr id="10" name="Picture Placeholder 16">
            <a:extLst>
              <a:ext uri="{FF2B5EF4-FFF2-40B4-BE49-F238E27FC236}">
                <a16:creationId xmlns:a16="http://schemas.microsoft.com/office/drawing/2014/main" id="{BB749B9A-080F-37C0-08E6-909A5DA554D4}"/>
              </a:ext>
            </a:extLst>
          </p:cNvPr>
          <p:cNvSpPr>
            <a:spLocks noGrp="1"/>
          </p:cNvSpPr>
          <p:nvPr>
            <p:ph type="pic" sz="quarter" idx="25"/>
          </p:nvPr>
        </p:nvSpPr>
        <p:spPr>
          <a:xfrm>
            <a:off x="1271016"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4" name="Text Placeholder 18">
            <a:extLst>
              <a:ext uri="{FF2B5EF4-FFF2-40B4-BE49-F238E27FC236}">
                <a16:creationId xmlns:a16="http://schemas.microsoft.com/office/drawing/2014/main" id="{C4C7516E-0853-87BE-108B-697DD8E0DA75}"/>
              </a:ext>
            </a:extLst>
          </p:cNvPr>
          <p:cNvSpPr>
            <a:spLocks noGrp="1"/>
          </p:cNvSpPr>
          <p:nvPr>
            <p:ph type="body" sz="quarter" idx="29" hasCustomPrompt="1"/>
          </p:nvPr>
        </p:nvSpPr>
        <p:spPr>
          <a:xfrm>
            <a:off x="1271016" y="5790184"/>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15" name="Text Placeholder 20">
            <a:extLst>
              <a:ext uri="{FF2B5EF4-FFF2-40B4-BE49-F238E27FC236}">
                <a16:creationId xmlns:a16="http://schemas.microsoft.com/office/drawing/2014/main" id="{FB1A74E1-7CEB-F501-F998-7361A20F7349}"/>
              </a:ext>
            </a:extLst>
          </p:cNvPr>
          <p:cNvSpPr>
            <a:spLocks noGrp="1"/>
          </p:cNvSpPr>
          <p:nvPr>
            <p:ph type="body" sz="quarter" idx="30" hasCustomPrompt="1"/>
          </p:nvPr>
        </p:nvSpPr>
        <p:spPr>
          <a:xfrm>
            <a:off x="1271016" y="6215888"/>
            <a:ext cx="2029968" cy="182880"/>
          </a:xfrm>
        </p:spPr>
        <p:txBody>
          <a:bodyPr anchor="ctr">
            <a:noAutofit/>
          </a:bodyPr>
          <a:lstStyle>
            <a:lvl1pPr marL="0" indent="0" algn="ctr">
              <a:buNone/>
              <a:defRPr sz="1200" spc="20" baseline="0"/>
            </a:lvl1pPr>
          </a:lstStyle>
          <a:p>
            <a:pPr lvl="0"/>
            <a:r>
              <a:rPr lang="en-US" dirty="0"/>
              <a:t>Title</a:t>
            </a:r>
          </a:p>
        </p:txBody>
      </p:sp>
      <p:sp>
        <p:nvSpPr>
          <p:cNvPr id="23" name="Picture Placeholder 16">
            <a:extLst>
              <a:ext uri="{FF2B5EF4-FFF2-40B4-BE49-F238E27FC236}">
                <a16:creationId xmlns:a16="http://schemas.microsoft.com/office/drawing/2014/main" id="{FBADCD1B-D9E0-EA12-0DD5-22E5C60E5D6B}"/>
              </a:ext>
            </a:extLst>
          </p:cNvPr>
          <p:cNvSpPr>
            <a:spLocks noGrp="1"/>
          </p:cNvSpPr>
          <p:nvPr>
            <p:ph type="pic" sz="quarter" idx="17"/>
          </p:nvPr>
        </p:nvSpPr>
        <p:spPr>
          <a:xfrm>
            <a:off x="3828288"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2" name="Text Placeholder 18">
            <a:extLst>
              <a:ext uri="{FF2B5EF4-FFF2-40B4-BE49-F238E27FC236}">
                <a16:creationId xmlns:a16="http://schemas.microsoft.com/office/drawing/2014/main" id="{AD33972D-9092-4B3C-A699-07849068AF1D}"/>
              </a:ext>
            </a:extLst>
          </p:cNvPr>
          <p:cNvSpPr>
            <a:spLocks noGrp="1"/>
          </p:cNvSpPr>
          <p:nvPr>
            <p:ph type="body" sz="quarter" idx="16" hasCustomPrompt="1"/>
          </p:nvPr>
        </p:nvSpPr>
        <p:spPr>
          <a:xfrm>
            <a:off x="3828288" y="3191256"/>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4" name="Text Placeholder 20">
            <a:extLst>
              <a:ext uri="{FF2B5EF4-FFF2-40B4-BE49-F238E27FC236}">
                <a16:creationId xmlns:a16="http://schemas.microsoft.com/office/drawing/2014/main" id="{B54F15B1-EAC3-0113-6737-C64480876C5F}"/>
              </a:ext>
            </a:extLst>
          </p:cNvPr>
          <p:cNvSpPr>
            <a:spLocks noGrp="1"/>
          </p:cNvSpPr>
          <p:nvPr>
            <p:ph type="body" sz="quarter" idx="18" hasCustomPrompt="1"/>
          </p:nvPr>
        </p:nvSpPr>
        <p:spPr>
          <a:xfrm>
            <a:off x="3828288" y="3616960"/>
            <a:ext cx="2029968" cy="182880"/>
          </a:xfrm>
        </p:spPr>
        <p:txBody>
          <a:bodyPr anchor="ctr">
            <a:noAutofit/>
          </a:bodyPr>
          <a:lstStyle>
            <a:lvl1pPr marL="0" indent="0" algn="ctr">
              <a:buNone/>
              <a:defRPr sz="1200" spc="20" baseline="0"/>
            </a:lvl1pPr>
          </a:lstStyle>
          <a:p>
            <a:pPr lvl="0"/>
            <a:r>
              <a:rPr lang="en-US" dirty="0"/>
              <a:t>Title</a:t>
            </a:r>
          </a:p>
        </p:txBody>
      </p:sp>
      <p:sp>
        <p:nvSpPr>
          <p:cNvPr id="11" name="Picture Placeholder 16">
            <a:extLst>
              <a:ext uri="{FF2B5EF4-FFF2-40B4-BE49-F238E27FC236}">
                <a16:creationId xmlns:a16="http://schemas.microsoft.com/office/drawing/2014/main" id="{B5D5100A-3D51-45DB-3A84-9E7FB85261E3}"/>
              </a:ext>
            </a:extLst>
          </p:cNvPr>
          <p:cNvSpPr>
            <a:spLocks noGrp="1"/>
          </p:cNvSpPr>
          <p:nvPr>
            <p:ph type="pic" sz="quarter" idx="26"/>
          </p:nvPr>
        </p:nvSpPr>
        <p:spPr>
          <a:xfrm>
            <a:off x="3828288"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6" name="Text Placeholder 18">
            <a:extLst>
              <a:ext uri="{FF2B5EF4-FFF2-40B4-BE49-F238E27FC236}">
                <a16:creationId xmlns:a16="http://schemas.microsoft.com/office/drawing/2014/main" id="{B775B771-678A-D917-7FE0-5DA7A23CCE25}"/>
              </a:ext>
            </a:extLst>
          </p:cNvPr>
          <p:cNvSpPr>
            <a:spLocks noGrp="1"/>
          </p:cNvSpPr>
          <p:nvPr>
            <p:ph type="body" sz="quarter" idx="31" hasCustomPrompt="1"/>
          </p:nvPr>
        </p:nvSpPr>
        <p:spPr>
          <a:xfrm>
            <a:off x="3828288" y="5790184"/>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18" name="Text Placeholder 20">
            <a:extLst>
              <a:ext uri="{FF2B5EF4-FFF2-40B4-BE49-F238E27FC236}">
                <a16:creationId xmlns:a16="http://schemas.microsoft.com/office/drawing/2014/main" id="{AA2B9540-B92A-AD9C-C01A-B08A98BF8455}"/>
              </a:ext>
            </a:extLst>
          </p:cNvPr>
          <p:cNvSpPr>
            <a:spLocks noGrp="1"/>
          </p:cNvSpPr>
          <p:nvPr>
            <p:ph type="body" sz="quarter" idx="32" hasCustomPrompt="1"/>
          </p:nvPr>
        </p:nvSpPr>
        <p:spPr>
          <a:xfrm>
            <a:off x="3828288" y="6215888"/>
            <a:ext cx="2029968" cy="182880"/>
          </a:xfrm>
        </p:spPr>
        <p:txBody>
          <a:bodyPr anchor="ctr">
            <a:noAutofit/>
          </a:bodyPr>
          <a:lstStyle>
            <a:lvl1pPr marL="0" indent="0" algn="ctr">
              <a:buNone/>
              <a:defRPr sz="1200" spc="20" baseline="0"/>
            </a:lvl1pPr>
          </a:lstStyle>
          <a:p>
            <a:pPr lvl="0"/>
            <a:r>
              <a:rPr lang="en-US" dirty="0"/>
              <a:t>Title</a:t>
            </a:r>
          </a:p>
        </p:txBody>
      </p:sp>
      <p:sp>
        <p:nvSpPr>
          <p:cNvPr id="26" name="Picture Placeholder 16">
            <a:extLst>
              <a:ext uri="{FF2B5EF4-FFF2-40B4-BE49-F238E27FC236}">
                <a16:creationId xmlns:a16="http://schemas.microsoft.com/office/drawing/2014/main" id="{FCEED0A5-9A71-D54A-91FC-264BD71DDED3}"/>
              </a:ext>
            </a:extLst>
          </p:cNvPr>
          <p:cNvSpPr>
            <a:spLocks noGrp="1"/>
          </p:cNvSpPr>
          <p:nvPr>
            <p:ph type="pic" sz="quarter" idx="20"/>
          </p:nvPr>
        </p:nvSpPr>
        <p:spPr>
          <a:xfrm>
            <a:off x="6385560"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5" name="Text Placeholder 18">
            <a:extLst>
              <a:ext uri="{FF2B5EF4-FFF2-40B4-BE49-F238E27FC236}">
                <a16:creationId xmlns:a16="http://schemas.microsoft.com/office/drawing/2014/main" id="{F44A0C74-A714-A8C2-69D2-74CAD68037A5}"/>
              </a:ext>
            </a:extLst>
          </p:cNvPr>
          <p:cNvSpPr>
            <a:spLocks noGrp="1"/>
          </p:cNvSpPr>
          <p:nvPr>
            <p:ph type="body" sz="quarter" idx="19" hasCustomPrompt="1"/>
          </p:nvPr>
        </p:nvSpPr>
        <p:spPr>
          <a:xfrm>
            <a:off x="6385560" y="3191256"/>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7" name="Text Placeholder 20">
            <a:extLst>
              <a:ext uri="{FF2B5EF4-FFF2-40B4-BE49-F238E27FC236}">
                <a16:creationId xmlns:a16="http://schemas.microsoft.com/office/drawing/2014/main" id="{552F4682-3F02-2A70-A285-FB2D1822A4D6}"/>
              </a:ext>
            </a:extLst>
          </p:cNvPr>
          <p:cNvSpPr>
            <a:spLocks noGrp="1"/>
          </p:cNvSpPr>
          <p:nvPr>
            <p:ph type="body" sz="quarter" idx="21" hasCustomPrompt="1"/>
          </p:nvPr>
        </p:nvSpPr>
        <p:spPr>
          <a:xfrm>
            <a:off x="6385560" y="3616960"/>
            <a:ext cx="2029968" cy="182880"/>
          </a:xfrm>
        </p:spPr>
        <p:txBody>
          <a:bodyPr anchor="ctr">
            <a:noAutofit/>
          </a:bodyPr>
          <a:lstStyle>
            <a:lvl1pPr marL="0" indent="0" algn="ctr">
              <a:buNone/>
              <a:defRPr sz="1200" spc="20" baseline="0"/>
            </a:lvl1pPr>
          </a:lstStyle>
          <a:p>
            <a:pPr lvl="0"/>
            <a:r>
              <a:rPr lang="en-US" dirty="0"/>
              <a:t>Title</a:t>
            </a:r>
          </a:p>
        </p:txBody>
      </p:sp>
      <p:sp>
        <p:nvSpPr>
          <p:cNvPr id="12" name="Picture Placeholder 16">
            <a:extLst>
              <a:ext uri="{FF2B5EF4-FFF2-40B4-BE49-F238E27FC236}">
                <a16:creationId xmlns:a16="http://schemas.microsoft.com/office/drawing/2014/main" id="{3D2AAC25-9404-1F6F-200C-5660F4995858}"/>
              </a:ext>
            </a:extLst>
          </p:cNvPr>
          <p:cNvSpPr>
            <a:spLocks noGrp="1"/>
          </p:cNvSpPr>
          <p:nvPr>
            <p:ph type="pic" sz="quarter" idx="27"/>
          </p:nvPr>
        </p:nvSpPr>
        <p:spPr>
          <a:xfrm>
            <a:off x="6385560"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0" name="Text Placeholder 18">
            <a:extLst>
              <a:ext uri="{FF2B5EF4-FFF2-40B4-BE49-F238E27FC236}">
                <a16:creationId xmlns:a16="http://schemas.microsoft.com/office/drawing/2014/main" id="{AE4677E1-AC1B-AB9C-5E0C-794903DD1CEB}"/>
              </a:ext>
            </a:extLst>
          </p:cNvPr>
          <p:cNvSpPr>
            <a:spLocks noGrp="1"/>
          </p:cNvSpPr>
          <p:nvPr>
            <p:ph type="body" sz="quarter" idx="33" hasCustomPrompt="1"/>
          </p:nvPr>
        </p:nvSpPr>
        <p:spPr>
          <a:xfrm>
            <a:off x="6385560" y="5790184"/>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31" name="Text Placeholder 20">
            <a:extLst>
              <a:ext uri="{FF2B5EF4-FFF2-40B4-BE49-F238E27FC236}">
                <a16:creationId xmlns:a16="http://schemas.microsoft.com/office/drawing/2014/main" id="{826BBF6C-7198-3C15-CDCB-E72B08709C1F}"/>
              </a:ext>
            </a:extLst>
          </p:cNvPr>
          <p:cNvSpPr>
            <a:spLocks noGrp="1"/>
          </p:cNvSpPr>
          <p:nvPr>
            <p:ph type="body" sz="quarter" idx="34" hasCustomPrompt="1"/>
          </p:nvPr>
        </p:nvSpPr>
        <p:spPr>
          <a:xfrm>
            <a:off x="6385560" y="6215888"/>
            <a:ext cx="2029968" cy="182880"/>
          </a:xfrm>
        </p:spPr>
        <p:txBody>
          <a:bodyPr anchor="ctr">
            <a:noAutofit/>
          </a:bodyPr>
          <a:lstStyle>
            <a:lvl1pPr marL="0" indent="0" algn="ctr">
              <a:buNone/>
              <a:defRPr sz="1200" spc="20" baseline="0"/>
            </a:lvl1pPr>
          </a:lstStyle>
          <a:p>
            <a:pPr lvl="0"/>
            <a:r>
              <a:rPr lang="en-US" dirty="0"/>
              <a:t>Title</a:t>
            </a:r>
          </a:p>
        </p:txBody>
      </p:sp>
      <p:sp>
        <p:nvSpPr>
          <p:cNvPr id="29" name="Picture Placeholder 16">
            <a:extLst>
              <a:ext uri="{FF2B5EF4-FFF2-40B4-BE49-F238E27FC236}">
                <a16:creationId xmlns:a16="http://schemas.microsoft.com/office/drawing/2014/main" id="{4F0F5D16-7316-B120-F378-E3D492FEEB9C}"/>
              </a:ext>
            </a:extLst>
          </p:cNvPr>
          <p:cNvSpPr>
            <a:spLocks noGrp="1"/>
          </p:cNvSpPr>
          <p:nvPr>
            <p:ph type="pic" sz="quarter" idx="23"/>
          </p:nvPr>
        </p:nvSpPr>
        <p:spPr>
          <a:xfrm>
            <a:off x="8942832"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8" name="Text Placeholder 18">
            <a:extLst>
              <a:ext uri="{FF2B5EF4-FFF2-40B4-BE49-F238E27FC236}">
                <a16:creationId xmlns:a16="http://schemas.microsoft.com/office/drawing/2014/main" id="{47AC9724-9FC2-62FA-0DE7-3F9FE9B67A34}"/>
              </a:ext>
            </a:extLst>
          </p:cNvPr>
          <p:cNvSpPr>
            <a:spLocks noGrp="1"/>
          </p:cNvSpPr>
          <p:nvPr>
            <p:ph type="body" sz="quarter" idx="22" hasCustomPrompt="1"/>
          </p:nvPr>
        </p:nvSpPr>
        <p:spPr>
          <a:xfrm>
            <a:off x="8942832" y="3191256"/>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30" name="Text Placeholder 20">
            <a:extLst>
              <a:ext uri="{FF2B5EF4-FFF2-40B4-BE49-F238E27FC236}">
                <a16:creationId xmlns:a16="http://schemas.microsoft.com/office/drawing/2014/main" id="{114EE337-FC29-F325-E528-A3F809B28B5B}"/>
              </a:ext>
            </a:extLst>
          </p:cNvPr>
          <p:cNvSpPr>
            <a:spLocks noGrp="1"/>
          </p:cNvSpPr>
          <p:nvPr>
            <p:ph type="body" sz="quarter" idx="24" hasCustomPrompt="1"/>
          </p:nvPr>
        </p:nvSpPr>
        <p:spPr>
          <a:xfrm>
            <a:off x="8942832" y="3616960"/>
            <a:ext cx="2029968" cy="182880"/>
          </a:xfrm>
        </p:spPr>
        <p:txBody>
          <a:bodyPr anchor="ctr">
            <a:noAutofit/>
          </a:bodyPr>
          <a:lstStyle>
            <a:lvl1pPr marL="0" indent="0" algn="ctr">
              <a:buNone/>
              <a:defRPr sz="1200" spc="20" baseline="0"/>
            </a:lvl1pPr>
          </a:lstStyle>
          <a:p>
            <a:pPr lvl="0"/>
            <a:r>
              <a:rPr lang="en-US" dirty="0"/>
              <a:t>Title</a:t>
            </a:r>
          </a:p>
        </p:txBody>
      </p:sp>
      <p:sp>
        <p:nvSpPr>
          <p:cNvPr id="13" name="Picture Placeholder 16">
            <a:extLst>
              <a:ext uri="{FF2B5EF4-FFF2-40B4-BE49-F238E27FC236}">
                <a16:creationId xmlns:a16="http://schemas.microsoft.com/office/drawing/2014/main" id="{90CBAA5D-3D9B-0CB5-E527-996433638BE3}"/>
              </a:ext>
            </a:extLst>
          </p:cNvPr>
          <p:cNvSpPr>
            <a:spLocks noGrp="1"/>
          </p:cNvSpPr>
          <p:nvPr>
            <p:ph type="pic" sz="quarter" idx="28"/>
          </p:nvPr>
        </p:nvSpPr>
        <p:spPr>
          <a:xfrm>
            <a:off x="8942832"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32" name="Text Placeholder 18">
            <a:extLst>
              <a:ext uri="{FF2B5EF4-FFF2-40B4-BE49-F238E27FC236}">
                <a16:creationId xmlns:a16="http://schemas.microsoft.com/office/drawing/2014/main" id="{5B47333C-2F5E-FA7D-5DD1-191E0F421B61}"/>
              </a:ext>
            </a:extLst>
          </p:cNvPr>
          <p:cNvSpPr>
            <a:spLocks noGrp="1"/>
          </p:cNvSpPr>
          <p:nvPr>
            <p:ph type="body" sz="quarter" idx="35" hasCustomPrompt="1"/>
          </p:nvPr>
        </p:nvSpPr>
        <p:spPr>
          <a:xfrm>
            <a:off x="8942832" y="5790184"/>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33" name="Text Placeholder 20">
            <a:extLst>
              <a:ext uri="{FF2B5EF4-FFF2-40B4-BE49-F238E27FC236}">
                <a16:creationId xmlns:a16="http://schemas.microsoft.com/office/drawing/2014/main" id="{D0AA2AE2-5A11-76D4-4D9C-B6B24D1419D0}"/>
              </a:ext>
            </a:extLst>
          </p:cNvPr>
          <p:cNvSpPr>
            <a:spLocks noGrp="1"/>
          </p:cNvSpPr>
          <p:nvPr>
            <p:ph type="body" sz="quarter" idx="36" hasCustomPrompt="1"/>
          </p:nvPr>
        </p:nvSpPr>
        <p:spPr>
          <a:xfrm>
            <a:off x="8942832" y="6215888"/>
            <a:ext cx="2029968" cy="182880"/>
          </a:xfrm>
        </p:spPr>
        <p:txBody>
          <a:bodyPr anchor="ctr">
            <a:noAutofit/>
          </a:bodyPr>
          <a:lstStyle>
            <a:lvl1pPr marL="0" indent="0" algn="ctr">
              <a:buNone/>
              <a:defRPr sz="1200" spc="20" baseline="0"/>
            </a:lvl1pPr>
          </a:lstStyle>
          <a:p>
            <a:pPr lvl="0"/>
            <a:r>
              <a:rPr lang="en-US" dirty="0"/>
              <a:t>Title</a:t>
            </a:r>
          </a:p>
        </p:txBody>
      </p:sp>
    </p:spTree>
    <p:extLst>
      <p:ext uri="{BB962C8B-B14F-4D97-AF65-F5344CB8AC3E}">
        <p14:creationId xmlns:p14="http://schemas.microsoft.com/office/powerpoint/2010/main" val="1900709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B950ED98-B5D1-206C-403F-FA954F9D2CFF}"/>
              </a:ext>
            </a:extLst>
          </p:cNvPr>
          <p:cNvSpPr/>
          <p:nvPr userDrawn="1"/>
        </p:nvSpPr>
        <p:spPr>
          <a:xfrm>
            <a:off x="685338" y="3796480"/>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E8643CE-01D9-3E5E-15F6-20689F775F15}"/>
              </a:ext>
            </a:extLst>
          </p:cNvPr>
          <p:cNvSpPr/>
          <p:nvPr userDrawn="1"/>
        </p:nvSpPr>
        <p:spPr>
          <a:xfrm>
            <a:off x="2900911" y="3796480"/>
            <a:ext cx="2011680" cy="1517904"/>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AF82DDD-EDEC-7D87-F43A-113C5E4A4FE7}"/>
              </a:ext>
            </a:extLst>
          </p:cNvPr>
          <p:cNvSpPr/>
          <p:nvPr userDrawn="1"/>
        </p:nvSpPr>
        <p:spPr>
          <a:xfrm>
            <a:off x="5116484" y="3796480"/>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47E492E-967F-54B7-55B1-08A5E1C3615B}"/>
              </a:ext>
            </a:extLst>
          </p:cNvPr>
          <p:cNvSpPr/>
          <p:nvPr userDrawn="1"/>
        </p:nvSpPr>
        <p:spPr>
          <a:xfrm>
            <a:off x="9547629" y="3796480"/>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C0053FE-E44A-CA97-F782-67FC633E722E}"/>
              </a:ext>
            </a:extLst>
          </p:cNvPr>
          <p:cNvSpPr/>
          <p:nvPr userDrawn="1"/>
        </p:nvSpPr>
        <p:spPr>
          <a:xfrm>
            <a:off x="7332057" y="3796480"/>
            <a:ext cx="2011680" cy="1517904"/>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445A0A-815D-3414-088B-C041E6742DBE}"/>
              </a:ext>
            </a:extLst>
          </p:cNvPr>
          <p:cNvSpPr>
            <a:spLocks noGrp="1"/>
          </p:cNvSpPr>
          <p:nvPr>
            <p:ph type="title"/>
          </p:nvPr>
        </p:nvSpPr>
        <p:spPr>
          <a:xfrm>
            <a:off x="758952" y="841248"/>
            <a:ext cx="10671048" cy="768096"/>
          </a:xfrm>
        </p:spPr>
        <p:txBody>
          <a:bodyPr>
            <a:noAutofit/>
          </a:bodyPr>
          <a:lstStyle>
            <a:lvl1pPr>
              <a:lnSpc>
                <a:spcPct val="100000"/>
              </a:lnSpc>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17B5E29-6335-83BC-FA01-FAE422D2658B}"/>
              </a:ext>
            </a:extLst>
          </p:cNvPr>
          <p:cNvSpPr>
            <a:spLocks noGrp="1"/>
          </p:cNvSpPr>
          <p:nvPr>
            <p:ph type="ftr" sz="quarter" idx="11"/>
          </p:nvPr>
        </p:nvSpPr>
        <p:spPr/>
        <p:txBody>
          <a:bodyPr>
            <a:noAutofit/>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536476D1-B61A-E9FD-E266-768B405CC30B}"/>
              </a:ext>
            </a:extLst>
          </p:cNvPr>
          <p:cNvSpPr>
            <a:spLocks noGrp="1"/>
          </p:cNvSpPr>
          <p:nvPr>
            <p:ph type="sldNum" sz="quarter" idx="12"/>
          </p:nvPr>
        </p:nvSpPr>
        <p:spPr/>
        <p:txBody>
          <a:bodyPr>
            <a:noAutofit/>
          </a:bodyPr>
          <a:lstStyle/>
          <a:p>
            <a:fld id="{48F63A3B-78C7-47BE-AE5E-E10140E04643}" type="slidenum">
              <a:rPr lang="en-US" smtClean="0"/>
              <a:pPr/>
              <a:t>‹#›</a:t>
            </a:fld>
            <a:endParaRPr lang="en-US" dirty="0"/>
          </a:p>
        </p:txBody>
      </p:sp>
      <p:sp>
        <p:nvSpPr>
          <p:cNvPr id="46" name="Text Placeholder 2">
            <a:extLst>
              <a:ext uri="{FF2B5EF4-FFF2-40B4-BE49-F238E27FC236}">
                <a16:creationId xmlns:a16="http://schemas.microsoft.com/office/drawing/2014/main" id="{C025625F-8274-840F-6DD8-D36687CB8F7E}"/>
              </a:ext>
            </a:extLst>
          </p:cNvPr>
          <p:cNvSpPr>
            <a:spLocks noGrp="1"/>
          </p:cNvSpPr>
          <p:nvPr>
            <p:ph type="body" idx="1"/>
          </p:nvPr>
        </p:nvSpPr>
        <p:spPr>
          <a:xfrm>
            <a:off x="685338"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4" name="Picture Placeholder 62">
            <a:extLst>
              <a:ext uri="{FF2B5EF4-FFF2-40B4-BE49-F238E27FC236}">
                <a16:creationId xmlns:a16="http://schemas.microsoft.com/office/drawing/2014/main" id="{2F18FBB7-2D21-7954-1324-C7D3BFE5C85D}"/>
              </a:ext>
            </a:extLst>
          </p:cNvPr>
          <p:cNvSpPr>
            <a:spLocks noGrp="1"/>
          </p:cNvSpPr>
          <p:nvPr>
            <p:ph type="pic" sz="quarter" idx="23"/>
          </p:nvPr>
        </p:nvSpPr>
        <p:spPr>
          <a:xfrm>
            <a:off x="1339134" y="2111058"/>
            <a:ext cx="704088" cy="7040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2" name="Text Placeholder 51">
            <a:extLst>
              <a:ext uri="{FF2B5EF4-FFF2-40B4-BE49-F238E27FC236}">
                <a16:creationId xmlns:a16="http://schemas.microsoft.com/office/drawing/2014/main" id="{2EF54C35-5F8E-4E0A-AB4D-97E38121910A}"/>
              </a:ext>
            </a:extLst>
          </p:cNvPr>
          <p:cNvSpPr>
            <a:spLocks noGrp="1"/>
          </p:cNvSpPr>
          <p:nvPr>
            <p:ph type="body" sz="quarter" idx="18"/>
          </p:nvPr>
        </p:nvSpPr>
        <p:spPr>
          <a:xfrm>
            <a:off x="731058"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47" name="Text Placeholder 4">
            <a:extLst>
              <a:ext uri="{FF2B5EF4-FFF2-40B4-BE49-F238E27FC236}">
                <a16:creationId xmlns:a16="http://schemas.microsoft.com/office/drawing/2014/main" id="{79F9AD31-B0C5-3563-C73A-8B6297FCFD1C}"/>
              </a:ext>
            </a:extLst>
          </p:cNvPr>
          <p:cNvSpPr>
            <a:spLocks noGrp="1"/>
          </p:cNvSpPr>
          <p:nvPr>
            <p:ph type="body" sz="quarter" idx="3"/>
          </p:nvPr>
        </p:nvSpPr>
        <p:spPr>
          <a:xfrm>
            <a:off x="2900910" y="2491684"/>
            <a:ext cx="2011680" cy="2825173"/>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8" name="Picture Placeholder 62">
            <a:extLst>
              <a:ext uri="{FF2B5EF4-FFF2-40B4-BE49-F238E27FC236}">
                <a16:creationId xmlns:a16="http://schemas.microsoft.com/office/drawing/2014/main" id="{05E8E8EF-4954-870B-04E5-82BC660A6738}"/>
              </a:ext>
            </a:extLst>
          </p:cNvPr>
          <p:cNvSpPr>
            <a:spLocks noGrp="1"/>
          </p:cNvSpPr>
          <p:nvPr>
            <p:ph type="pic" sz="quarter" idx="27"/>
          </p:nvPr>
        </p:nvSpPr>
        <p:spPr>
          <a:xfrm>
            <a:off x="3554707" y="2111058"/>
            <a:ext cx="704088" cy="7040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8" name="Text Placeholder 51">
            <a:extLst>
              <a:ext uri="{FF2B5EF4-FFF2-40B4-BE49-F238E27FC236}">
                <a16:creationId xmlns:a16="http://schemas.microsoft.com/office/drawing/2014/main" id="{75981CD1-EA26-D1CF-F19E-B58C16BA8A69}"/>
              </a:ext>
            </a:extLst>
          </p:cNvPr>
          <p:cNvSpPr>
            <a:spLocks noGrp="1"/>
          </p:cNvSpPr>
          <p:nvPr>
            <p:ph type="body" sz="quarter" idx="19"/>
          </p:nvPr>
        </p:nvSpPr>
        <p:spPr>
          <a:xfrm>
            <a:off x="2946630"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48" name="Text Placeholder 4">
            <a:extLst>
              <a:ext uri="{FF2B5EF4-FFF2-40B4-BE49-F238E27FC236}">
                <a16:creationId xmlns:a16="http://schemas.microsoft.com/office/drawing/2014/main" id="{3A09BBD1-5CBC-B0EF-71C0-054FCB989BC6}"/>
              </a:ext>
            </a:extLst>
          </p:cNvPr>
          <p:cNvSpPr>
            <a:spLocks noGrp="1"/>
          </p:cNvSpPr>
          <p:nvPr>
            <p:ph type="body" sz="quarter" idx="13"/>
          </p:nvPr>
        </p:nvSpPr>
        <p:spPr>
          <a:xfrm>
            <a:off x="5116484"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7" name="Picture Placeholder 62">
            <a:extLst>
              <a:ext uri="{FF2B5EF4-FFF2-40B4-BE49-F238E27FC236}">
                <a16:creationId xmlns:a16="http://schemas.microsoft.com/office/drawing/2014/main" id="{4AD0C8C9-DB5A-6DC8-2729-A21F1A5CF174}"/>
              </a:ext>
            </a:extLst>
          </p:cNvPr>
          <p:cNvSpPr>
            <a:spLocks noGrp="1"/>
          </p:cNvSpPr>
          <p:nvPr>
            <p:ph type="pic" sz="quarter" idx="26"/>
          </p:nvPr>
        </p:nvSpPr>
        <p:spPr>
          <a:xfrm>
            <a:off x="5770280" y="2111058"/>
            <a:ext cx="704088" cy="7040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9" name="Text Placeholder 51">
            <a:extLst>
              <a:ext uri="{FF2B5EF4-FFF2-40B4-BE49-F238E27FC236}">
                <a16:creationId xmlns:a16="http://schemas.microsoft.com/office/drawing/2014/main" id="{F02DE2DC-F65C-32A5-5821-89FB2F53C325}"/>
              </a:ext>
            </a:extLst>
          </p:cNvPr>
          <p:cNvSpPr>
            <a:spLocks noGrp="1"/>
          </p:cNvSpPr>
          <p:nvPr>
            <p:ph type="body" sz="quarter" idx="20"/>
          </p:nvPr>
        </p:nvSpPr>
        <p:spPr>
          <a:xfrm>
            <a:off x="5162204"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49" name="Text Placeholder 4">
            <a:extLst>
              <a:ext uri="{FF2B5EF4-FFF2-40B4-BE49-F238E27FC236}">
                <a16:creationId xmlns:a16="http://schemas.microsoft.com/office/drawing/2014/main" id="{084A0326-A0B8-1723-B8BA-B015344F2DCE}"/>
              </a:ext>
            </a:extLst>
          </p:cNvPr>
          <p:cNvSpPr>
            <a:spLocks noGrp="1"/>
          </p:cNvSpPr>
          <p:nvPr>
            <p:ph type="body" sz="quarter" idx="15"/>
          </p:nvPr>
        </p:nvSpPr>
        <p:spPr>
          <a:xfrm>
            <a:off x="7332057" y="2491684"/>
            <a:ext cx="2011680" cy="2825173"/>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6" name="Picture Placeholder 62">
            <a:extLst>
              <a:ext uri="{FF2B5EF4-FFF2-40B4-BE49-F238E27FC236}">
                <a16:creationId xmlns:a16="http://schemas.microsoft.com/office/drawing/2014/main" id="{139354A0-F5DF-3AC5-5E8B-A41146C26F3C}"/>
              </a:ext>
            </a:extLst>
          </p:cNvPr>
          <p:cNvSpPr>
            <a:spLocks noGrp="1"/>
          </p:cNvSpPr>
          <p:nvPr>
            <p:ph type="pic" sz="quarter" idx="25"/>
          </p:nvPr>
        </p:nvSpPr>
        <p:spPr>
          <a:xfrm>
            <a:off x="7985853" y="2111058"/>
            <a:ext cx="704088" cy="7040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0" name="Text Placeholder 51">
            <a:extLst>
              <a:ext uri="{FF2B5EF4-FFF2-40B4-BE49-F238E27FC236}">
                <a16:creationId xmlns:a16="http://schemas.microsoft.com/office/drawing/2014/main" id="{E9730E82-F317-686A-8777-D81705BCC706}"/>
              </a:ext>
            </a:extLst>
          </p:cNvPr>
          <p:cNvSpPr>
            <a:spLocks noGrp="1"/>
          </p:cNvSpPr>
          <p:nvPr>
            <p:ph type="body" sz="quarter" idx="21"/>
          </p:nvPr>
        </p:nvSpPr>
        <p:spPr>
          <a:xfrm>
            <a:off x="7377777"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50" name="Text Placeholder 4">
            <a:extLst>
              <a:ext uri="{FF2B5EF4-FFF2-40B4-BE49-F238E27FC236}">
                <a16:creationId xmlns:a16="http://schemas.microsoft.com/office/drawing/2014/main" id="{0E3B57F3-1903-446F-D989-D6CA342D0861}"/>
              </a:ext>
            </a:extLst>
          </p:cNvPr>
          <p:cNvSpPr>
            <a:spLocks noGrp="1"/>
          </p:cNvSpPr>
          <p:nvPr>
            <p:ph type="body" sz="quarter" idx="17"/>
          </p:nvPr>
        </p:nvSpPr>
        <p:spPr>
          <a:xfrm>
            <a:off x="9547629"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5" name="Picture Placeholder 62">
            <a:extLst>
              <a:ext uri="{FF2B5EF4-FFF2-40B4-BE49-F238E27FC236}">
                <a16:creationId xmlns:a16="http://schemas.microsoft.com/office/drawing/2014/main" id="{D5BF3A8A-72F1-392E-855B-5B36E244A7FD}"/>
              </a:ext>
            </a:extLst>
          </p:cNvPr>
          <p:cNvSpPr>
            <a:spLocks noGrp="1"/>
          </p:cNvSpPr>
          <p:nvPr>
            <p:ph type="pic" sz="quarter" idx="24"/>
          </p:nvPr>
        </p:nvSpPr>
        <p:spPr>
          <a:xfrm>
            <a:off x="10201425" y="2111058"/>
            <a:ext cx="704088" cy="7040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1" name="Text Placeholder 51">
            <a:extLst>
              <a:ext uri="{FF2B5EF4-FFF2-40B4-BE49-F238E27FC236}">
                <a16:creationId xmlns:a16="http://schemas.microsoft.com/office/drawing/2014/main" id="{2AED5DDC-3165-FA12-0310-E3545223E292}"/>
              </a:ext>
            </a:extLst>
          </p:cNvPr>
          <p:cNvSpPr>
            <a:spLocks noGrp="1"/>
          </p:cNvSpPr>
          <p:nvPr>
            <p:ph type="body" sz="quarter" idx="22"/>
          </p:nvPr>
        </p:nvSpPr>
        <p:spPr>
          <a:xfrm>
            <a:off x="9593349"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Tree>
    <p:extLst>
      <p:ext uri="{BB962C8B-B14F-4D97-AF65-F5344CB8AC3E}">
        <p14:creationId xmlns:p14="http://schemas.microsoft.com/office/powerpoint/2010/main" val="872516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E2DECB02-D9CE-E57A-0604-BFF41EC38AFA}"/>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6" name="Freeform: Shape 25">
            <a:extLst>
              <a:ext uri="{FF2B5EF4-FFF2-40B4-BE49-F238E27FC236}">
                <a16:creationId xmlns:a16="http://schemas.microsoft.com/office/drawing/2014/main" id="{68E760EA-7D83-1DF2-A8EE-4F218084E74F}"/>
              </a:ext>
            </a:extLst>
          </p:cNvPr>
          <p:cNvSpPr/>
          <p:nvPr userDrawn="1"/>
        </p:nvSpPr>
        <p:spPr>
          <a:xfrm>
            <a:off x="1" y="-1"/>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rgbClr val="F5CDCE"/>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Shape 15">
            <a:extLst>
              <a:ext uri="{FF2B5EF4-FFF2-40B4-BE49-F238E27FC236}">
                <a16:creationId xmlns:a16="http://schemas.microsoft.com/office/drawing/2014/main" id="{FF3F3353-78A1-F584-81A6-9513382DF18F}"/>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A65C6DDD-D2BB-0153-0F53-9F7C17BDFD2B}"/>
              </a:ext>
            </a:extLst>
          </p:cNvPr>
          <p:cNvSpPr>
            <a:spLocks noGrp="1"/>
          </p:cNvSpPr>
          <p:nvPr>
            <p:ph type="title"/>
          </p:nvPr>
        </p:nvSpPr>
        <p:spPr/>
        <p:txBody>
          <a:bodyPr/>
          <a:lstStyle>
            <a:lvl1pPr>
              <a:lnSpc>
                <a:spcPct val="100000"/>
              </a:lnSpc>
              <a:defRPr>
                <a:solidFill>
                  <a:schemeClr val="accent6"/>
                </a:solidFill>
              </a:defRPr>
            </a:lvl1pPr>
          </a:lstStyle>
          <a:p>
            <a:r>
              <a:rPr lang="en-US"/>
              <a:t>Click to edit Master title style</a:t>
            </a:r>
            <a:endParaRPr lang="en-US" dirty="0"/>
          </a:p>
        </p:txBody>
      </p:sp>
      <p:sp>
        <p:nvSpPr>
          <p:cNvPr id="5" name="Slide Number Placeholder 4">
            <a:extLst>
              <a:ext uri="{FF2B5EF4-FFF2-40B4-BE49-F238E27FC236}">
                <a16:creationId xmlns:a16="http://schemas.microsoft.com/office/drawing/2014/main" id="{471A846E-CBB1-9805-456D-0C0B890912B7}"/>
              </a:ext>
            </a:extLst>
          </p:cNvPr>
          <p:cNvSpPr>
            <a:spLocks noGrp="1"/>
          </p:cNvSpPr>
          <p:nvPr>
            <p:ph type="sldNum" sz="quarter" idx="12"/>
          </p:nvPr>
        </p:nvSpPr>
        <p:spPr/>
        <p:txBody>
          <a:bodyPr/>
          <a:lstStyle/>
          <a:p>
            <a:fld id="{48F63A3B-78C7-47BE-AE5E-E10140E04643}" type="slidenum">
              <a:rPr lang="en-US" smtClean="0"/>
              <a:pPr/>
              <a:t>‹#›</a:t>
            </a:fld>
            <a:endParaRPr lang="en-US" dirty="0"/>
          </a:p>
        </p:txBody>
      </p:sp>
      <p:sp>
        <p:nvSpPr>
          <p:cNvPr id="30" name="Image 2" descr="preencoded.png">
            <a:extLst>
              <a:ext uri="{FF2B5EF4-FFF2-40B4-BE49-F238E27FC236}">
                <a16:creationId xmlns:a16="http://schemas.microsoft.com/office/drawing/2014/main" id="{790E862E-398F-571C-EC2C-3D17164DE059}"/>
              </a:ext>
            </a:extLst>
          </p:cNvPr>
          <p:cNvSpPr/>
          <p:nvPr/>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31" name="Text Placeholder 2">
            <a:extLst>
              <a:ext uri="{FF2B5EF4-FFF2-40B4-BE49-F238E27FC236}">
                <a16:creationId xmlns:a16="http://schemas.microsoft.com/office/drawing/2014/main" id="{AB1DF8DE-0EED-2627-4B5E-266C0BC276BE}"/>
              </a:ext>
            </a:extLst>
          </p:cNvPr>
          <p:cNvSpPr>
            <a:spLocks noGrp="1"/>
          </p:cNvSpPr>
          <p:nvPr>
            <p:ph type="body" idx="1" hasCustomPrompt="1"/>
          </p:nvPr>
        </p:nvSpPr>
        <p:spPr>
          <a:xfrm>
            <a:off x="685338"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2" name="Text Placeholder 4">
            <a:extLst>
              <a:ext uri="{FF2B5EF4-FFF2-40B4-BE49-F238E27FC236}">
                <a16:creationId xmlns:a16="http://schemas.microsoft.com/office/drawing/2014/main" id="{5AE99EEE-38C4-CB2D-EEA0-8A2EB6F129E4}"/>
              </a:ext>
            </a:extLst>
          </p:cNvPr>
          <p:cNvSpPr>
            <a:spLocks noGrp="1"/>
          </p:cNvSpPr>
          <p:nvPr>
            <p:ph type="body" sz="quarter" idx="3" hasCustomPrompt="1"/>
          </p:nvPr>
        </p:nvSpPr>
        <p:spPr>
          <a:xfrm>
            <a:off x="2900911" y="3017520"/>
            <a:ext cx="1993392" cy="557784"/>
          </a:xfrm>
          <a:solidFill>
            <a:schemeClr val="accent1"/>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3" name="Text Placeholder 4">
            <a:extLst>
              <a:ext uri="{FF2B5EF4-FFF2-40B4-BE49-F238E27FC236}">
                <a16:creationId xmlns:a16="http://schemas.microsoft.com/office/drawing/2014/main" id="{AA90F0AE-69F4-EBD3-AED1-81E98D34811D}"/>
              </a:ext>
            </a:extLst>
          </p:cNvPr>
          <p:cNvSpPr>
            <a:spLocks noGrp="1"/>
          </p:cNvSpPr>
          <p:nvPr>
            <p:ph type="body" sz="quarter" idx="13" hasCustomPrompt="1"/>
          </p:nvPr>
        </p:nvSpPr>
        <p:spPr>
          <a:xfrm>
            <a:off x="5116484"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4" name="Text Placeholder 4">
            <a:extLst>
              <a:ext uri="{FF2B5EF4-FFF2-40B4-BE49-F238E27FC236}">
                <a16:creationId xmlns:a16="http://schemas.microsoft.com/office/drawing/2014/main" id="{F9E49243-B04A-D7AF-B4C7-8E1AE776F811}"/>
              </a:ext>
            </a:extLst>
          </p:cNvPr>
          <p:cNvSpPr>
            <a:spLocks noGrp="1"/>
          </p:cNvSpPr>
          <p:nvPr>
            <p:ph type="body" sz="quarter" idx="15" hasCustomPrompt="1"/>
          </p:nvPr>
        </p:nvSpPr>
        <p:spPr>
          <a:xfrm>
            <a:off x="7332057" y="3017520"/>
            <a:ext cx="1993392" cy="557784"/>
          </a:xfrm>
          <a:solidFill>
            <a:schemeClr val="accent1"/>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5" name="Text Placeholder 4">
            <a:extLst>
              <a:ext uri="{FF2B5EF4-FFF2-40B4-BE49-F238E27FC236}">
                <a16:creationId xmlns:a16="http://schemas.microsoft.com/office/drawing/2014/main" id="{4780DCD4-46DE-8C31-9F39-FC6E45FC1EBE}"/>
              </a:ext>
            </a:extLst>
          </p:cNvPr>
          <p:cNvSpPr>
            <a:spLocks noGrp="1"/>
          </p:cNvSpPr>
          <p:nvPr>
            <p:ph type="body" sz="quarter" idx="17" hasCustomPrompt="1"/>
          </p:nvPr>
        </p:nvSpPr>
        <p:spPr>
          <a:xfrm>
            <a:off x="9547629"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6" name="Text Placeholder 51">
            <a:extLst>
              <a:ext uri="{FF2B5EF4-FFF2-40B4-BE49-F238E27FC236}">
                <a16:creationId xmlns:a16="http://schemas.microsoft.com/office/drawing/2014/main" id="{9FBDF935-4925-03EC-CBC9-1EBA90DF849B}"/>
              </a:ext>
            </a:extLst>
          </p:cNvPr>
          <p:cNvSpPr>
            <a:spLocks noGrp="1"/>
          </p:cNvSpPr>
          <p:nvPr>
            <p:ph type="body" sz="quarter" idx="18"/>
          </p:nvPr>
        </p:nvSpPr>
        <p:spPr>
          <a:xfrm>
            <a:off x="685338"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sp>
        <p:nvSpPr>
          <p:cNvPr id="37" name="Text Placeholder 51">
            <a:extLst>
              <a:ext uri="{FF2B5EF4-FFF2-40B4-BE49-F238E27FC236}">
                <a16:creationId xmlns:a16="http://schemas.microsoft.com/office/drawing/2014/main" id="{9BB76AA7-442D-54A7-D075-C67F47438963}"/>
              </a:ext>
            </a:extLst>
          </p:cNvPr>
          <p:cNvSpPr>
            <a:spLocks noGrp="1"/>
          </p:cNvSpPr>
          <p:nvPr>
            <p:ph type="body" sz="quarter" idx="19"/>
          </p:nvPr>
        </p:nvSpPr>
        <p:spPr>
          <a:xfrm>
            <a:off x="2900911"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sp>
        <p:nvSpPr>
          <p:cNvPr id="38" name="Text Placeholder 51">
            <a:extLst>
              <a:ext uri="{FF2B5EF4-FFF2-40B4-BE49-F238E27FC236}">
                <a16:creationId xmlns:a16="http://schemas.microsoft.com/office/drawing/2014/main" id="{9E419856-1586-F2D8-A1B4-F67FEE9839DF}"/>
              </a:ext>
            </a:extLst>
          </p:cNvPr>
          <p:cNvSpPr>
            <a:spLocks noGrp="1"/>
          </p:cNvSpPr>
          <p:nvPr>
            <p:ph type="body" sz="quarter" idx="20"/>
          </p:nvPr>
        </p:nvSpPr>
        <p:spPr>
          <a:xfrm>
            <a:off x="5116484"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sp>
        <p:nvSpPr>
          <p:cNvPr id="39" name="Text Placeholder 51">
            <a:extLst>
              <a:ext uri="{FF2B5EF4-FFF2-40B4-BE49-F238E27FC236}">
                <a16:creationId xmlns:a16="http://schemas.microsoft.com/office/drawing/2014/main" id="{AED74DD2-EAE3-76BF-56B9-C04FCED1F2DB}"/>
              </a:ext>
            </a:extLst>
          </p:cNvPr>
          <p:cNvSpPr>
            <a:spLocks noGrp="1"/>
          </p:cNvSpPr>
          <p:nvPr>
            <p:ph type="body" sz="quarter" idx="21"/>
          </p:nvPr>
        </p:nvSpPr>
        <p:spPr>
          <a:xfrm>
            <a:off x="7332057"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sp>
        <p:nvSpPr>
          <p:cNvPr id="40" name="Text Placeholder 51">
            <a:extLst>
              <a:ext uri="{FF2B5EF4-FFF2-40B4-BE49-F238E27FC236}">
                <a16:creationId xmlns:a16="http://schemas.microsoft.com/office/drawing/2014/main" id="{0A39AD48-2F98-C0C9-DE08-CED7EBF816B2}"/>
              </a:ext>
            </a:extLst>
          </p:cNvPr>
          <p:cNvSpPr>
            <a:spLocks noGrp="1"/>
          </p:cNvSpPr>
          <p:nvPr>
            <p:ph type="body" sz="quarter" idx="22"/>
          </p:nvPr>
        </p:nvSpPr>
        <p:spPr>
          <a:xfrm>
            <a:off x="9547629"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cxnSp>
        <p:nvCxnSpPr>
          <p:cNvPr id="42" name="Straight Connector 41">
            <a:extLst>
              <a:ext uri="{FF2B5EF4-FFF2-40B4-BE49-F238E27FC236}">
                <a16:creationId xmlns:a16="http://schemas.microsoft.com/office/drawing/2014/main" id="{E6BE61D7-B0A3-902B-4F58-727982880EF5}"/>
              </a:ext>
            </a:extLst>
          </p:cNvPr>
          <p:cNvCxnSpPr>
            <a:cxnSpLocks/>
          </p:cNvCxnSpPr>
          <p:nvPr userDrawn="1"/>
        </p:nvCxnSpPr>
        <p:spPr>
          <a:xfrm>
            <a:off x="739398" y="4187681"/>
            <a:ext cx="10812360" cy="0"/>
          </a:xfrm>
          <a:prstGeom prst="line">
            <a:avLst/>
          </a:prstGeom>
          <a:ln w="127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0335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p:nvPr>
        </p:nvSpPr>
        <p:spPr>
          <a:xfrm>
            <a:off x="3986784" y="1243584"/>
            <a:ext cx="8165592" cy="768096"/>
          </a:xfrm>
        </p:spPr>
        <p:txBody>
          <a:bodyPr>
            <a:noAutofit/>
          </a:bodyPr>
          <a:lstStyle>
            <a:lvl1pPr algn="l">
              <a:lnSpc>
                <a:spcPct val="100000"/>
              </a:lnSpc>
              <a:defRPr/>
            </a:lvl1pPr>
          </a:lstStyle>
          <a:p>
            <a:r>
              <a:rPr lang="en-US"/>
              <a:t>Click to edit Master title style</a:t>
            </a:r>
            <a:endParaRPr lang="en-US" dirty="0"/>
          </a:p>
        </p:txBody>
      </p:sp>
      <p:sp>
        <p:nvSpPr>
          <p:cNvPr id="11" name="Image 0" descr="preencoded.png">
            <a:extLst>
              <a:ext uri="{FF2B5EF4-FFF2-40B4-BE49-F238E27FC236}">
                <a16:creationId xmlns:a16="http://schemas.microsoft.com/office/drawing/2014/main" id="{CD2D664E-6702-6607-A37E-2E996144917C}"/>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descr="preencoded.png">
            <a:extLst>
              <a:ext uri="{FF2B5EF4-FFF2-40B4-BE49-F238E27FC236}">
                <a16:creationId xmlns:a16="http://schemas.microsoft.com/office/drawing/2014/main" id="{951C5737-DF7E-D671-AC74-9E488335BCA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descr="preencoded.png">
            <a:extLst>
              <a:ext uri="{FF2B5EF4-FFF2-40B4-BE49-F238E27FC236}">
                <a16:creationId xmlns:a16="http://schemas.microsoft.com/office/drawing/2014/main" id="{B9036D42-A06F-E6EE-BB91-8BAF045198BE}"/>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descr="preencoded.png">
            <a:extLst>
              <a:ext uri="{FF2B5EF4-FFF2-40B4-BE49-F238E27FC236}">
                <a16:creationId xmlns:a16="http://schemas.microsoft.com/office/drawing/2014/main" id="{86E0540C-3355-A50D-AC61-047B54B70C64}"/>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3" name="Text Placeholder 2"/>
          <p:cNvSpPr>
            <a:spLocks noGrp="1"/>
          </p:cNvSpPr>
          <p:nvPr>
            <p:ph type="body" idx="1"/>
          </p:nvPr>
        </p:nvSpPr>
        <p:spPr>
          <a:xfrm>
            <a:off x="3977640" y="2330704"/>
            <a:ext cx="3822192" cy="411480"/>
          </a:xfrm>
        </p:spPr>
        <p:txBody>
          <a:bodyPr anchor="t">
            <a:noAutofit/>
          </a:bodyPr>
          <a:lstStyle>
            <a:lvl1pPr marL="0" indent="0">
              <a:spcBef>
                <a:spcPts val="0"/>
              </a:spcBef>
              <a:buNone/>
              <a:defRPr sz="1800" b="1" cap="all" baseline="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685032" y="2877312"/>
            <a:ext cx="3741928" cy="3684588"/>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8046720" y="2330704"/>
            <a:ext cx="3822192" cy="411480"/>
          </a:xfrm>
        </p:spPr>
        <p:txBody>
          <a:bodyPr anchor="t">
            <a:noAutofit/>
          </a:bodyPr>
          <a:lstStyle>
            <a:lvl1pPr marL="0" indent="0">
              <a:spcBef>
                <a:spcPts val="0"/>
              </a:spcBef>
              <a:buNone/>
              <a:defRPr sz="1800" b="1" cap="all" baseline="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754112" y="2877312"/>
            <a:ext cx="3741928" cy="3684588"/>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noAutofit/>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8710313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45A0A-815D-3414-088B-C041E6742DBE}"/>
              </a:ext>
            </a:extLst>
          </p:cNvPr>
          <p:cNvSpPr>
            <a:spLocks noGrp="1"/>
          </p:cNvSpPr>
          <p:nvPr>
            <p:ph type="title"/>
          </p:nvPr>
        </p:nvSpPr>
        <p:spPr>
          <a:xfrm>
            <a:off x="758952" y="1234440"/>
            <a:ext cx="10671048" cy="768096"/>
          </a:xfrm>
        </p:spPr>
        <p:txBody>
          <a:bodyPr>
            <a:noAutofit/>
          </a:bodyPr>
          <a:lstStyle>
            <a:lvl1pPr>
              <a:lnSpc>
                <a:spcPct val="100000"/>
              </a:lnSpc>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17B5E29-6335-83BC-FA01-FAE422D2658B}"/>
              </a:ext>
            </a:extLst>
          </p:cNvPr>
          <p:cNvSpPr>
            <a:spLocks noGrp="1"/>
          </p:cNvSpPr>
          <p:nvPr>
            <p:ph type="ftr" sz="quarter" idx="11"/>
          </p:nvPr>
        </p:nvSpPr>
        <p:spPr/>
        <p:txBody>
          <a:bodyPr>
            <a:noAutofit/>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536476D1-B61A-E9FD-E266-768B405CC30B}"/>
              </a:ext>
            </a:extLst>
          </p:cNvPr>
          <p:cNvSpPr>
            <a:spLocks noGrp="1"/>
          </p:cNvSpPr>
          <p:nvPr>
            <p:ph type="sldNum" sz="quarter" idx="12"/>
          </p:nvPr>
        </p:nvSpPr>
        <p:spPr/>
        <p:txBody>
          <a:bodyPr>
            <a:noAutofit/>
          </a:bodyPr>
          <a:lstStyle/>
          <a:p>
            <a:fld id="{48F63A3B-78C7-47BE-AE5E-E10140E04643}" type="slidenum">
              <a:rPr lang="en-US" smtClean="0"/>
              <a:pPr/>
              <a:t>‹#›</a:t>
            </a:fld>
            <a:endParaRPr lang="en-US" dirty="0"/>
          </a:p>
        </p:txBody>
      </p:sp>
      <p:sp>
        <p:nvSpPr>
          <p:cNvPr id="46" name="Text Placeholder 2">
            <a:extLst>
              <a:ext uri="{FF2B5EF4-FFF2-40B4-BE49-F238E27FC236}">
                <a16:creationId xmlns:a16="http://schemas.microsoft.com/office/drawing/2014/main" id="{C025625F-8274-840F-6DD8-D36687CB8F7E}"/>
              </a:ext>
            </a:extLst>
          </p:cNvPr>
          <p:cNvSpPr>
            <a:spLocks noGrp="1"/>
          </p:cNvSpPr>
          <p:nvPr>
            <p:ph type="body" idx="1"/>
          </p:nvPr>
        </p:nvSpPr>
        <p:spPr>
          <a:xfrm>
            <a:off x="713232" y="2743200"/>
            <a:ext cx="3328416" cy="3557016"/>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4" name="Picture Placeholder 62">
            <a:extLst>
              <a:ext uri="{FF2B5EF4-FFF2-40B4-BE49-F238E27FC236}">
                <a16:creationId xmlns:a16="http://schemas.microsoft.com/office/drawing/2014/main" id="{2F18FBB7-2D21-7954-1324-C7D3BFE5C85D}"/>
              </a:ext>
            </a:extLst>
          </p:cNvPr>
          <p:cNvSpPr>
            <a:spLocks noGrp="1" noChangeAspect="1"/>
          </p:cNvSpPr>
          <p:nvPr>
            <p:ph type="pic" sz="quarter" idx="23"/>
          </p:nvPr>
        </p:nvSpPr>
        <p:spPr>
          <a:xfrm>
            <a:off x="1911096" y="2258568"/>
            <a:ext cx="932688" cy="9326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2" name="Text Placeholder 51">
            <a:extLst>
              <a:ext uri="{FF2B5EF4-FFF2-40B4-BE49-F238E27FC236}">
                <a16:creationId xmlns:a16="http://schemas.microsoft.com/office/drawing/2014/main" id="{2EF54C35-5F8E-4E0A-AB4D-97E38121910A}"/>
              </a:ext>
            </a:extLst>
          </p:cNvPr>
          <p:cNvSpPr>
            <a:spLocks noGrp="1"/>
          </p:cNvSpPr>
          <p:nvPr>
            <p:ph type="body" sz="quarter" idx="18"/>
          </p:nvPr>
        </p:nvSpPr>
        <p:spPr>
          <a:xfrm>
            <a:off x="992124" y="3950208"/>
            <a:ext cx="2770632" cy="2206752"/>
          </a:xfrm>
          <a:noFill/>
        </p:spPr>
        <p:txBody>
          <a:bodyPr lIns="91440" rIns="91440" anchor="t">
            <a:noAutofit/>
          </a:bodyPr>
          <a:lstStyle>
            <a:lvl1pPr marL="347472" indent="-347472" algn="l">
              <a:spcBef>
                <a:spcPts val="360"/>
              </a:spcBef>
              <a:buFont typeface="Arial" panose="020B0604020202020204" pitchFamily="34" charset="0"/>
              <a:buChar char="•"/>
              <a:defRPr sz="1500"/>
            </a:lvl1pPr>
          </a:lstStyle>
          <a:p>
            <a:pPr lvl="0"/>
            <a:r>
              <a:rPr lang="en-US"/>
              <a:t>Click to edit Master text styles</a:t>
            </a:r>
          </a:p>
        </p:txBody>
      </p:sp>
      <p:sp>
        <p:nvSpPr>
          <p:cNvPr id="49" name="Text Placeholder 4">
            <a:extLst>
              <a:ext uri="{FF2B5EF4-FFF2-40B4-BE49-F238E27FC236}">
                <a16:creationId xmlns:a16="http://schemas.microsoft.com/office/drawing/2014/main" id="{084A0326-A0B8-1723-B8BA-B015344F2DCE}"/>
              </a:ext>
            </a:extLst>
          </p:cNvPr>
          <p:cNvSpPr>
            <a:spLocks noGrp="1"/>
          </p:cNvSpPr>
          <p:nvPr>
            <p:ph type="body" sz="quarter" idx="15"/>
          </p:nvPr>
        </p:nvSpPr>
        <p:spPr>
          <a:xfrm>
            <a:off x="4443984" y="2743200"/>
            <a:ext cx="3328416" cy="3557016"/>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6" name="Picture Placeholder 62">
            <a:extLst>
              <a:ext uri="{FF2B5EF4-FFF2-40B4-BE49-F238E27FC236}">
                <a16:creationId xmlns:a16="http://schemas.microsoft.com/office/drawing/2014/main" id="{139354A0-F5DF-3AC5-5E8B-A41146C26F3C}"/>
              </a:ext>
            </a:extLst>
          </p:cNvPr>
          <p:cNvSpPr>
            <a:spLocks noGrp="1" noChangeAspect="1"/>
          </p:cNvSpPr>
          <p:nvPr>
            <p:ph type="pic" sz="quarter" idx="25"/>
          </p:nvPr>
        </p:nvSpPr>
        <p:spPr>
          <a:xfrm>
            <a:off x="5641848" y="2258568"/>
            <a:ext cx="932688" cy="9326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0" name="Text Placeholder 51">
            <a:extLst>
              <a:ext uri="{FF2B5EF4-FFF2-40B4-BE49-F238E27FC236}">
                <a16:creationId xmlns:a16="http://schemas.microsoft.com/office/drawing/2014/main" id="{E9730E82-F317-686A-8777-D81705BCC706}"/>
              </a:ext>
            </a:extLst>
          </p:cNvPr>
          <p:cNvSpPr>
            <a:spLocks noGrp="1"/>
          </p:cNvSpPr>
          <p:nvPr>
            <p:ph type="body" sz="quarter" idx="21"/>
          </p:nvPr>
        </p:nvSpPr>
        <p:spPr>
          <a:xfrm>
            <a:off x="4722876" y="3950208"/>
            <a:ext cx="2770632" cy="2206752"/>
          </a:xfrm>
          <a:noFill/>
        </p:spPr>
        <p:txBody>
          <a:bodyPr lIns="91440" rIns="91440" anchor="t">
            <a:noAutofit/>
          </a:bodyPr>
          <a:lstStyle>
            <a:lvl1pPr marL="347472" indent="-347472" algn="l">
              <a:spcBef>
                <a:spcPts val="360"/>
              </a:spcBef>
              <a:buFont typeface="Arial" panose="020B0604020202020204" pitchFamily="34" charset="0"/>
              <a:buChar char="•"/>
              <a:defRPr sz="1500"/>
            </a:lvl1pPr>
          </a:lstStyle>
          <a:p>
            <a:pPr lvl="0"/>
            <a:r>
              <a:rPr lang="en-US"/>
              <a:t>Click to edit Master text styles</a:t>
            </a:r>
          </a:p>
        </p:txBody>
      </p:sp>
      <p:sp>
        <p:nvSpPr>
          <p:cNvPr id="50" name="Text Placeholder 4">
            <a:extLst>
              <a:ext uri="{FF2B5EF4-FFF2-40B4-BE49-F238E27FC236}">
                <a16:creationId xmlns:a16="http://schemas.microsoft.com/office/drawing/2014/main" id="{0E3B57F3-1903-446F-D989-D6CA342D0861}"/>
              </a:ext>
            </a:extLst>
          </p:cNvPr>
          <p:cNvSpPr>
            <a:spLocks noGrp="1"/>
          </p:cNvSpPr>
          <p:nvPr>
            <p:ph type="body" sz="quarter" idx="17"/>
          </p:nvPr>
        </p:nvSpPr>
        <p:spPr>
          <a:xfrm>
            <a:off x="8092440" y="2743200"/>
            <a:ext cx="3328416" cy="3557016"/>
          </a:xfrm>
          <a:noFill/>
          <a:ln w="12700">
            <a:solidFill>
              <a:schemeClr val="accent4"/>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5" name="Picture Placeholder 62">
            <a:extLst>
              <a:ext uri="{FF2B5EF4-FFF2-40B4-BE49-F238E27FC236}">
                <a16:creationId xmlns:a16="http://schemas.microsoft.com/office/drawing/2014/main" id="{D5BF3A8A-72F1-392E-855B-5B36E244A7FD}"/>
              </a:ext>
            </a:extLst>
          </p:cNvPr>
          <p:cNvSpPr>
            <a:spLocks noGrp="1" noChangeAspect="1"/>
          </p:cNvSpPr>
          <p:nvPr>
            <p:ph type="pic" sz="quarter" idx="24"/>
          </p:nvPr>
        </p:nvSpPr>
        <p:spPr>
          <a:xfrm>
            <a:off x="9290304" y="2258568"/>
            <a:ext cx="932688" cy="932688"/>
          </a:xfrm>
          <a:prstGeom prst="ellipse">
            <a:avLst/>
          </a:prstGeom>
          <a:solidFill>
            <a:schemeClr val="accent4"/>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1" name="Text Placeholder 51">
            <a:extLst>
              <a:ext uri="{FF2B5EF4-FFF2-40B4-BE49-F238E27FC236}">
                <a16:creationId xmlns:a16="http://schemas.microsoft.com/office/drawing/2014/main" id="{2AED5DDC-3165-FA12-0310-E3545223E292}"/>
              </a:ext>
            </a:extLst>
          </p:cNvPr>
          <p:cNvSpPr>
            <a:spLocks noGrp="1"/>
          </p:cNvSpPr>
          <p:nvPr>
            <p:ph type="body" sz="quarter" idx="22"/>
          </p:nvPr>
        </p:nvSpPr>
        <p:spPr>
          <a:xfrm>
            <a:off x="8371332" y="3950208"/>
            <a:ext cx="2770632" cy="2206752"/>
          </a:xfrm>
          <a:noFill/>
        </p:spPr>
        <p:txBody>
          <a:bodyPr lIns="91440" rIns="91440" anchor="t">
            <a:noAutofit/>
          </a:bodyPr>
          <a:lstStyle>
            <a:lvl1pPr marL="347472" indent="-347472" algn="l">
              <a:spcBef>
                <a:spcPts val="360"/>
              </a:spcBef>
              <a:buFont typeface="Arial" panose="020B0604020202020204" pitchFamily="34" charset="0"/>
              <a:buChar char="•"/>
              <a:defRPr sz="1500"/>
            </a:lvl1pPr>
          </a:lstStyle>
          <a:p>
            <a:pPr lvl="0"/>
            <a:r>
              <a:rPr lang="en-US"/>
              <a:t>Click to edit Master text styles</a:t>
            </a:r>
          </a:p>
        </p:txBody>
      </p:sp>
    </p:spTree>
    <p:extLst>
      <p:ext uri="{BB962C8B-B14F-4D97-AF65-F5344CB8AC3E}">
        <p14:creationId xmlns:p14="http://schemas.microsoft.com/office/powerpoint/2010/main" val="12689541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Summary">
    <p:spTree>
      <p:nvGrpSpPr>
        <p:cNvPr id="1" name=""/>
        <p:cNvGrpSpPr/>
        <p:nvPr/>
      </p:nvGrpSpPr>
      <p:grpSpPr>
        <a:xfrm>
          <a:off x="0" y="0"/>
          <a:ext cx="0" cy="0"/>
          <a:chOff x="0" y="0"/>
          <a:chExt cx="0" cy="0"/>
        </a:xfrm>
      </p:grpSpPr>
      <p:sp>
        <p:nvSpPr>
          <p:cNvPr id="24" name="Image 2" descr="preencoded.png">
            <a:extLst>
              <a:ext uri="{FF2B5EF4-FFF2-40B4-BE49-F238E27FC236}">
                <a16:creationId xmlns:a16="http://schemas.microsoft.com/office/drawing/2014/main" id="{ABC388A2-FFC7-1A87-02FB-C97B50161FD3}"/>
              </a:ext>
            </a:extLst>
          </p:cNvPr>
          <p:cNvSpPr/>
          <p:nvPr/>
        </p:nvSpPr>
        <p:spPr>
          <a:xfrm>
            <a:off x="8758238" y="-14287"/>
            <a:ext cx="3433763" cy="3452812"/>
          </a:xfrm>
          <a:custGeom>
            <a:avLst/>
            <a:gdLst>
              <a:gd name="connsiteX0" fmla="*/ 3433763 w 3433763"/>
              <a:gd name="connsiteY0" fmla="*/ 0 h 3452812"/>
              <a:gd name="connsiteX1" fmla="*/ 3433763 w 3433763"/>
              <a:gd name="connsiteY1" fmla="*/ 3452813 h 3452812"/>
              <a:gd name="connsiteX2" fmla="*/ 0 w 3433763"/>
              <a:gd name="connsiteY2" fmla="*/ 3452813 h 3452812"/>
              <a:gd name="connsiteX3" fmla="*/ 3433763 w 3433763"/>
              <a:gd name="connsiteY3" fmla="*/ 0 h 3452812"/>
            </a:gdLst>
            <a:ahLst/>
            <a:cxnLst>
              <a:cxn ang="0">
                <a:pos x="connsiteX0" y="connsiteY0"/>
              </a:cxn>
              <a:cxn ang="0">
                <a:pos x="connsiteX1" y="connsiteY1"/>
              </a:cxn>
              <a:cxn ang="0">
                <a:pos x="connsiteX2" y="connsiteY2"/>
              </a:cxn>
              <a:cxn ang="0">
                <a:pos x="connsiteX3" y="connsiteY3"/>
              </a:cxn>
            </a:cxnLst>
            <a:rect l="l" t="t" r="r" b="b"/>
            <a:pathLst>
              <a:path w="3433763" h="3452812">
                <a:moveTo>
                  <a:pt x="3433763" y="0"/>
                </a:moveTo>
                <a:lnTo>
                  <a:pt x="3433763" y="3452813"/>
                </a:lnTo>
                <a:lnTo>
                  <a:pt x="0" y="3452813"/>
                </a:lnTo>
                <a:cubicBezTo>
                  <a:pt x="0" y="1545912"/>
                  <a:pt x="1537383" y="0"/>
                  <a:pt x="3433763" y="0"/>
                </a:cubicBezTo>
                <a:close/>
              </a:path>
            </a:pathLst>
          </a:custGeom>
          <a:solidFill>
            <a:schemeClr val="accent1"/>
          </a:solidFill>
          <a:ln w="4756" cap="flat">
            <a:noFill/>
            <a:prstDash val="solid"/>
            <a:miter/>
          </a:ln>
        </p:spPr>
        <p:txBody>
          <a:bodyPr rtlCol="0" anchor="ctr"/>
          <a:lstStyle/>
          <a:p>
            <a:endParaRPr lang="en-US" dirty="0"/>
          </a:p>
        </p:txBody>
      </p:sp>
      <p:sp>
        <p:nvSpPr>
          <p:cNvPr id="25" name="Image 3" descr="preencoded.png">
            <a:extLst>
              <a:ext uri="{FF2B5EF4-FFF2-40B4-BE49-F238E27FC236}">
                <a16:creationId xmlns:a16="http://schemas.microsoft.com/office/drawing/2014/main" id="{D64C4994-B525-F4C0-B74F-D5E8296DFC43}"/>
              </a:ext>
            </a:extLst>
          </p:cNvPr>
          <p:cNvSpPr/>
          <p:nvPr/>
        </p:nvSpPr>
        <p:spPr>
          <a:xfrm>
            <a:off x="8758238" y="3438525"/>
            <a:ext cx="3433763" cy="3433762"/>
          </a:xfrm>
          <a:custGeom>
            <a:avLst/>
            <a:gdLst>
              <a:gd name="connsiteX0" fmla="*/ 0 w 3433763"/>
              <a:gd name="connsiteY0" fmla="*/ 0 h 3433762"/>
              <a:gd name="connsiteX1" fmla="*/ 3433763 w 3433763"/>
              <a:gd name="connsiteY1" fmla="*/ 0 h 3433762"/>
              <a:gd name="connsiteX2" fmla="*/ 3433763 w 3433763"/>
              <a:gd name="connsiteY2" fmla="*/ 3433763 h 3433762"/>
              <a:gd name="connsiteX3" fmla="*/ 0 w 3433763"/>
              <a:gd name="connsiteY3" fmla="*/ 0 h 3433762"/>
            </a:gdLst>
            <a:ahLst/>
            <a:cxnLst>
              <a:cxn ang="0">
                <a:pos x="connsiteX0" y="connsiteY0"/>
              </a:cxn>
              <a:cxn ang="0">
                <a:pos x="connsiteX1" y="connsiteY1"/>
              </a:cxn>
              <a:cxn ang="0">
                <a:pos x="connsiteX2" y="connsiteY2"/>
              </a:cxn>
              <a:cxn ang="0">
                <a:pos x="connsiteX3" y="connsiteY3"/>
              </a:cxn>
            </a:cxnLst>
            <a:rect l="l" t="t" r="r" b="b"/>
            <a:pathLst>
              <a:path w="3433763" h="3433762">
                <a:moveTo>
                  <a:pt x="0" y="0"/>
                </a:moveTo>
                <a:lnTo>
                  <a:pt x="3433763" y="0"/>
                </a:lnTo>
                <a:lnTo>
                  <a:pt x="3433763" y="3433763"/>
                </a:lnTo>
                <a:cubicBezTo>
                  <a:pt x="1537383" y="3433763"/>
                  <a:pt x="0" y="1896380"/>
                  <a:pt x="0" y="0"/>
                </a:cubicBezTo>
                <a:close/>
              </a:path>
            </a:pathLst>
          </a:custGeom>
          <a:solidFill>
            <a:schemeClr val="accent2"/>
          </a:solidFill>
          <a:ln w="4756" cap="flat">
            <a:noFill/>
            <a:prstDash val="solid"/>
            <a:miter/>
          </a:ln>
        </p:spPr>
        <p:txBody>
          <a:bodyPr rtlCol="0" anchor="ctr"/>
          <a:lstStyle/>
          <a:p>
            <a:endParaRPr lang="en-US" dirty="0"/>
          </a:p>
        </p:txBody>
      </p:sp>
      <p:sp>
        <p:nvSpPr>
          <p:cNvPr id="26" name="Image 4" descr="preencoded.png">
            <a:extLst>
              <a:ext uri="{FF2B5EF4-FFF2-40B4-BE49-F238E27FC236}">
                <a16:creationId xmlns:a16="http://schemas.microsoft.com/office/drawing/2014/main" id="{9019DA73-2516-F3D2-ECDB-620C90483DB3}"/>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53" name="Image 7" descr="preencoded.png">
            <a:extLst>
              <a:ext uri="{FF2B5EF4-FFF2-40B4-BE49-F238E27FC236}">
                <a16:creationId xmlns:a16="http://schemas.microsoft.com/office/drawing/2014/main" id="{FEA70E9F-C506-413C-11EF-5915A2296643}"/>
              </a:ext>
            </a:extLst>
          </p:cNvPr>
          <p:cNvSpPr/>
          <p:nvPr/>
        </p:nvSpPr>
        <p:spPr>
          <a:xfrm flipV="1">
            <a:off x="-20086" y="4580051"/>
            <a:ext cx="2277948" cy="2277948"/>
          </a:xfrm>
          <a:custGeom>
            <a:avLst/>
            <a:gdLst>
              <a:gd name="connsiteX0" fmla="*/ 0 w 2277948"/>
              <a:gd name="connsiteY0" fmla="*/ 2277948 h 2277948"/>
              <a:gd name="connsiteX1" fmla="*/ 2277948 w 2277948"/>
              <a:gd name="connsiteY1" fmla="*/ 0 h 2277948"/>
              <a:gd name="connsiteX2" fmla="*/ 0 w 2277948"/>
              <a:gd name="connsiteY2" fmla="*/ 0 h 2277948"/>
              <a:gd name="connsiteX3" fmla="*/ 0 w 2277948"/>
              <a:gd name="connsiteY3" fmla="*/ 2277948 h 2277948"/>
            </a:gdLst>
            <a:ahLst/>
            <a:cxnLst>
              <a:cxn ang="0">
                <a:pos x="connsiteX0" y="connsiteY0"/>
              </a:cxn>
              <a:cxn ang="0">
                <a:pos x="connsiteX1" y="connsiteY1"/>
              </a:cxn>
              <a:cxn ang="0">
                <a:pos x="connsiteX2" y="connsiteY2"/>
              </a:cxn>
              <a:cxn ang="0">
                <a:pos x="connsiteX3" y="connsiteY3"/>
              </a:cxn>
            </a:cxnLst>
            <a:rect l="l" t="t" r="r" b="b"/>
            <a:pathLst>
              <a:path w="2277948" h="2277948">
                <a:moveTo>
                  <a:pt x="0" y="2277948"/>
                </a:moveTo>
                <a:cubicBezTo>
                  <a:pt x="1258034" y="2277948"/>
                  <a:pt x="2277948" y="1258034"/>
                  <a:pt x="2277948" y="0"/>
                </a:cubicBezTo>
                <a:lnTo>
                  <a:pt x="0" y="0"/>
                </a:lnTo>
                <a:lnTo>
                  <a:pt x="0" y="2277948"/>
                </a:lnTo>
                <a:close/>
              </a:path>
            </a:pathLst>
          </a:custGeom>
          <a:solidFill>
            <a:schemeClr val="accent4"/>
          </a:solidFill>
          <a:ln w="5083" cap="flat">
            <a:noFill/>
            <a:prstDash val="solid"/>
            <a:miter/>
          </a:ln>
        </p:spPr>
        <p:txBody>
          <a:bodyPr rtlCol="0" anchor="ctr"/>
          <a:lstStyle/>
          <a:p>
            <a:endParaRPr lang="en-US" dirty="0"/>
          </a:p>
        </p:txBody>
      </p:sp>
      <p:pic>
        <p:nvPicPr>
          <p:cNvPr id="21" name="Image 2" descr="preencoded.png">
            <a:extLst>
              <a:ext uri="{FF2B5EF4-FFF2-40B4-BE49-F238E27FC236}">
                <a16:creationId xmlns:a16="http://schemas.microsoft.com/office/drawing/2014/main" id="{A8B7F1F1-806C-8D65-7340-220A0C4653C8}"/>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9991886" y="3441269"/>
            <a:ext cx="2200114" cy="2200114"/>
          </a:xfrm>
          <a:prstGeom prst="rect">
            <a:avLst/>
          </a:prstGeom>
        </p:spPr>
      </p:pic>
      <p:sp>
        <p:nvSpPr>
          <p:cNvPr id="54" name="Image 2" descr="preencoded.png">
            <a:extLst>
              <a:ext uri="{FF2B5EF4-FFF2-40B4-BE49-F238E27FC236}">
                <a16:creationId xmlns:a16="http://schemas.microsoft.com/office/drawing/2014/main" id="{F19C81EC-0322-58A2-C455-6E2C84D1E6E8}"/>
              </a:ext>
            </a:extLst>
          </p:cNvPr>
          <p:cNvSpPr/>
          <p:nvPr/>
        </p:nvSpPr>
        <p:spPr>
          <a:xfrm>
            <a:off x="1707959" y="5667616"/>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2" name="Title 1"/>
          <p:cNvSpPr>
            <a:spLocks noGrp="1"/>
          </p:cNvSpPr>
          <p:nvPr>
            <p:ph type="title"/>
          </p:nvPr>
        </p:nvSpPr>
        <p:spPr>
          <a:xfrm>
            <a:off x="1508760" y="1883664"/>
            <a:ext cx="6766560" cy="768096"/>
          </a:xfrm>
        </p:spPr>
        <p:txBody>
          <a:bodyPr>
            <a:noAutofit/>
          </a:bodyPr>
          <a:lstStyle>
            <a:lvl1pPr algn="l">
              <a:lnSpc>
                <a:spcPct val="100000"/>
              </a:lnSpc>
              <a:defRPr b="1"/>
            </a:lvl1pPr>
          </a:lstStyle>
          <a:p>
            <a:r>
              <a:rPr lang="en-US"/>
              <a:t>Click to edit Master title style</a:t>
            </a:r>
            <a:endParaRPr lang="en-US" dirty="0"/>
          </a:p>
        </p:txBody>
      </p:sp>
      <p:sp>
        <p:nvSpPr>
          <p:cNvPr id="3" name="Content Placeholder 2"/>
          <p:cNvSpPr>
            <a:spLocks noGrp="1"/>
          </p:cNvSpPr>
          <p:nvPr>
            <p:ph idx="1"/>
          </p:nvPr>
        </p:nvSpPr>
        <p:spPr>
          <a:xfrm>
            <a:off x="1508760" y="2837688"/>
            <a:ext cx="5879592" cy="2700528"/>
          </a:xfrm>
        </p:spPr>
        <p:txBody>
          <a:bodyPr>
            <a:noAutofit/>
          </a:bodyPr>
          <a:lstStyle>
            <a:lvl1pPr marL="0" indent="0">
              <a:buNone/>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noAutofit/>
          </a:bodyPr>
          <a:lstStyle/>
          <a:p>
            <a:fld id="{48F63A3B-78C7-47BE-AE5E-E10140E04643}" type="slidenum">
              <a:rPr lang="en-US" dirty="0"/>
              <a:t>‹#›</a:t>
            </a:fld>
            <a:endParaRPr lang="en-US" dirty="0"/>
          </a:p>
        </p:txBody>
      </p:sp>
      <p:sp>
        <p:nvSpPr>
          <p:cNvPr id="4" name="Footer Placeholder 3">
            <a:extLst>
              <a:ext uri="{FF2B5EF4-FFF2-40B4-BE49-F238E27FC236}">
                <a16:creationId xmlns:a16="http://schemas.microsoft.com/office/drawing/2014/main" id="{E1F9FD95-086F-282B-820C-8CDAD4A6EEB6}"/>
              </a:ext>
            </a:extLst>
          </p:cNvPr>
          <p:cNvSpPr>
            <a:spLocks noGrp="1"/>
          </p:cNvSpPr>
          <p:nvPr>
            <p:ph type="ftr" sz="quarter" idx="13"/>
          </p:nvPr>
        </p:nvSpPr>
        <p:spPr/>
        <p:txBody>
          <a:bodyPr/>
          <a:lstStyle/>
          <a:p>
            <a:r>
              <a:rPr lang="en-US"/>
              <a:t>Presentation title</a:t>
            </a:r>
            <a:endParaRPr lang="en-US" dirty="0"/>
          </a:p>
        </p:txBody>
      </p:sp>
    </p:spTree>
    <p:extLst>
      <p:ext uri="{BB962C8B-B14F-4D97-AF65-F5344CB8AC3E}">
        <p14:creationId xmlns:p14="http://schemas.microsoft.com/office/powerpoint/2010/main" val="42484857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descr="preencoded.png">
            <a:extLst>
              <a:ext uri="{FF2B5EF4-FFF2-40B4-BE49-F238E27FC236}">
                <a16:creationId xmlns:a16="http://schemas.microsoft.com/office/drawing/2014/main" id="{FEB515B5-2D9F-58E1-6E3C-CCBF105D891E}"/>
              </a:ext>
            </a:extLst>
          </p:cNvPr>
          <p:cNvSpPr/>
          <p:nvPr userDrawn="1"/>
        </p:nvSpPr>
        <p:spPr>
          <a:xfrm>
            <a:off x="7538626" y="13142"/>
            <a:ext cx="4653374" cy="6831717"/>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descr="preencoded.png">
            <a:extLst>
              <a:ext uri="{FF2B5EF4-FFF2-40B4-BE49-F238E27FC236}">
                <a16:creationId xmlns:a16="http://schemas.microsoft.com/office/drawing/2014/main" id="{5CCFEDF9-5B69-87BA-8A33-35033DA4013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37234" y="-25041"/>
            <a:ext cx="3432191" cy="3432191"/>
          </a:xfrm>
          <a:prstGeom prst="rect">
            <a:avLst/>
          </a:prstGeom>
        </p:spPr>
      </p:pic>
      <p:sp>
        <p:nvSpPr>
          <p:cNvPr id="2" name="Title 1"/>
          <p:cNvSpPr>
            <a:spLocks noGrp="1"/>
          </p:cNvSpPr>
          <p:nvPr>
            <p:ph type="ctrTitle"/>
          </p:nvPr>
        </p:nvSpPr>
        <p:spPr>
          <a:xfrm>
            <a:off x="1527048" y="1975104"/>
            <a:ext cx="4169664" cy="667512"/>
          </a:xfrm>
        </p:spPr>
        <p:txBody>
          <a:bodyPr tIns="0" anchor="ctr">
            <a:noAutofit/>
          </a:bodyPr>
          <a:lstStyle>
            <a:lvl1pPr algn="l">
              <a:defRPr sz="4400"/>
            </a:lvl1pPr>
          </a:lstStyle>
          <a:p>
            <a:r>
              <a:rPr lang="en-US"/>
              <a:t>Click to edit Master title style</a:t>
            </a:r>
            <a:endParaRPr lang="en-US" dirty="0"/>
          </a:p>
        </p:txBody>
      </p:sp>
      <p:sp>
        <p:nvSpPr>
          <p:cNvPr id="3" name="Subtitle 2"/>
          <p:cNvSpPr>
            <a:spLocks noGrp="1"/>
          </p:cNvSpPr>
          <p:nvPr>
            <p:ph type="subTitle" idx="1"/>
          </p:nvPr>
        </p:nvSpPr>
        <p:spPr>
          <a:xfrm>
            <a:off x="1545336" y="2846832"/>
            <a:ext cx="4169664" cy="2176272"/>
          </a:xfrm>
        </p:spPr>
        <p:txBody>
          <a:bodyPr lIns="91440" tIns="0" rIns="91440" bIns="0">
            <a:no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3728988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Image 0" descr="preencoded.png">
            <a:extLst>
              <a:ext uri="{FF2B5EF4-FFF2-40B4-BE49-F238E27FC236}">
                <a16:creationId xmlns:a16="http://schemas.microsoft.com/office/drawing/2014/main" id="{8D5D10FF-3DE5-39CA-FA9A-29A09DC47BFC}"/>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1" name="Image 1" descr="preencoded.png">
            <a:extLst>
              <a:ext uri="{FF2B5EF4-FFF2-40B4-BE49-F238E27FC236}">
                <a16:creationId xmlns:a16="http://schemas.microsoft.com/office/drawing/2014/main" id="{BFA89E6A-8342-AE30-45E0-BC1DFE3276C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13" name="Freeform: Shape 12">
            <a:extLst>
              <a:ext uri="{FF2B5EF4-FFF2-40B4-BE49-F238E27FC236}">
                <a16:creationId xmlns:a16="http://schemas.microsoft.com/office/drawing/2014/main" id="{A08309FA-889A-E2F2-1EDA-F872245F5FDF}"/>
              </a:ext>
            </a:extLst>
          </p:cNvPr>
          <p:cNvSpPr/>
          <p:nvPr userDrawn="1"/>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5" name="Image 5" descr="preencoded.png">
            <a:extLst>
              <a:ext uri="{FF2B5EF4-FFF2-40B4-BE49-F238E27FC236}">
                <a16:creationId xmlns:a16="http://schemas.microsoft.com/office/drawing/2014/main" id="{D9D7EB49-4BC9-040F-C4CC-5771C5FB312B}"/>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7" name="Image 6" descr="preencoded.png">
            <a:extLst>
              <a:ext uri="{FF2B5EF4-FFF2-40B4-BE49-F238E27FC236}">
                <a16:creationId xmlns:a16="http://schemas.microsoft.com/office/drawing/2014/main" id="{3CE04498-C285-EFB8-340C-1A064078152B}"/>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
        <p:nvSpPr>
          <p:cNvPr id="18" name="Title 19">
            <a:extLst>
              <a:ext uri="{FF2B5EF4-FFF2-40B4-BE49-F238E27FC236}">
                <a16:creationId xmlns:a16="http://schemas.microsoft.com/office/drawing/2014/main" id="{9CBE0ADC-7FA0-F7E3-96EF-BBACB6A9076E}"/>
              </a:ext>
            </a:extLst>
          </p:cNvPr>
          <p:cNvSpPr>
            <a:spLocks noGrp="1"/>
          </p:cNvSpPr>
          <p:nvPr>
            <p:ph type="title"/>
          </p:nvPr>
        </p:nvSpPr>
        <p:spPr>
          <a:xfrm>
            <a:off x="3986784" y="1243584"/>
            <a:ext cx="8165592" cy="768096"/>
          </a:xfrm>
        </p:spPr>
        <p:txBody>
          <a:bodyPr>
            <a:noAutofit/>
          </a:bodyPr>
          <a:lstStyle>
            <a:lvl1pPr algn="l">
              <a:lnSpc>
                <a:spcPct val="100000"/>
              </a:lnSpc>
              <a:defRPr/>
            </a:lvl1pPr>
          </a:lstStyle>
          <a:p>
            <a:r>
              <a:rPr lang="en-US"/>
              <a:t>Click to edit Master title style</a:t>
            </a:r>
            <a:endParaRPr lang="en-US" dirty="0"/>
          </a:p>
        </p:txBody>
      </p:sp>
      <p:sp>
        <p:nvSpPr>
          <p:cNvPr id="19" name="Content Placeholder 3">
            <a:extLst>
              <a:ext uri="{FF2B5EF4-FFF2-40B4-BE49-F238E27FC236}">
                <a16:creationId xmlns:a16="http://schemas.microsoft.com/office/drawing/2014/main" id="{0F9C0517-D83A-CC55-35B8-B2F990C96D30}"/>
              </a:ext>
            </a:extLst>
          </p:cNvPr>
          <p:cNvSpPr>
            <a:spLocks noGrp="1"/>
          </p:cNvSpPr>
          <p:nvPr>
            <p:ph sz="half" idx="2"/>
          </p:nvPr>
        </p:nvSpPr>
        <p:spPr>
          <a:xfrm>
            <a:off x="3685032" y="2255520"/>
            <a:ext cx="3741928" cy="4306380"/>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Content Placeholder 5">
            <a:extLst>
              <a:ext uri="{FF2B5EF4-FFF2-40B4-BE49-F238E27FC236}">
                <a16:creationId xmlns:a16="http://schemas.microsoft.com/office/drawing/2014/main" id="{CF8BFBBE-0EAE-B647-2648-A5FB0094BF6B}"/>
              </a:ext>
            </a:extLst>
          </p:cNvPr>
          <p:cNvSpPr>
            <a:spLocks noGrp="1"/>
          </p:cNvSpPr>
          <p:nvPr>
            <p:ph sz="quarter" idx="4"/>
          </p:nvPr>
        </p:nvSpPr>
        <p:spPr>
          <a:xfrm>
            <a:off x="7754112" y="2255520"/>
            <a:ext cx="3741928" cy="4306380"/>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508321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p:txBody>
          <a:bodyPr/>
          <a:lstStyle/>
          <a:p>
            <a:r>
              <a:rPr lang="en-US"/>
              <a:t>Click to edit Master title style</a:t>
            </a:r>
            <a:endParaRPr lang="en-US" dirty="0"/>
          </a:p>
        </p:txBody>
      </p:sp>
      <p:sp>
        <p:nvSpPr>
          <p:cNvPr id="4" name="Footer Placeholder 3"/>
          <p:cNvSpPr>
            <a:spLocks noGrp="1"/>
          </p:cNvSpPr>
          <p:nvPr>
            <p:ph type="ftr" sz="quarter" idx="11"/>
          </p:nvPr>
        </p:nvSpPr>
        <p:spPr/>
        <p:txBody>
          <a:bodyPr/>
          <a:lstStyle/>
          <a:p>
            <a:r>
              <a:rPr lang="en-US"/>
              <a:t>Presentation title</a:t>
            </a:r>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 name="Footer Placeholder 2"/>
          <p:cNvSpPr>
            <a:spLocks noGrp="1"/>
          </p:cNvSpPr>
          <p:nvPr>
            <p:ph type="ftr" sz="quarter" idx="11"/>
          </p:nvPr>
        </p:nvSpPr>
        <p:spPr/>
        <p:txBody>
          <a:bodyPr/>
          <a:lstStyle/>
          <a:p>
            <a:r>
              <a:rPr lang="en-US"/>
              <a:t>Presentation title</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7450055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58952" y="1216152"/>
            <a:ext cx="10671048" cy="76809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621792" y="457200"/>
            <a:ext cx="3200400" cy="274320"/>
          </a:xfrm>
          <a:prstGeom prst="rect">
            <a:avLst/>
          </a:prstGeom>
        </p:spPr>
        <p:txBody>
          <a:bodyPr vert="horz" lIns="91440" tIns="45720" rIns="91440" bIns="45720" rtlCol="0" anchor="ctr"/>
          <a:lstStyle>
            <a:lvl1pPr algn="l">
              <a:defRPr sz="1200">
                <a:solidFill>
                  <a:schemeClr val="accent6"/>
                </a:solidFill>
                <a:latin typeface="Arial" panose="020B0604020202020204" pitchFamily="34" charset="0"/>
                <a:cs typeface="Arial" panose="020B0604020202020204" pitchFamily="34" charset="0"/>
              </a:defRPr>
            </a:lvl1pPr>
          </a:lstStyle>
          <a:p>
            <a:r>
              <a:rPr lang="en-US"/>
              <a:t>Presentation title</a:t>
            </a:r>
            <a:endParaRPr lang="en-US" dirty="0"/>
          </a:p>
        </p:txBody>
      </p:sp>
      <p:sp>
        <p:nvSpPr>
          <p:cNvPr id="6" name="Slide Number Placeholder 5"/>
          <p:cNvSpPr>
            <a:spLocks noGrp="1"/>
          </p:cNvSpPr>
          <p:nvPr>
            <p:ph type="sldNum" sz="quarter" idx="4"/>
          </p:nvPr>
        </p:nvSpPr>
        <p:spPr>
          <a:xfrm>
            <a:off x="10945368" y="457200"/>
            <a:ext cx="987552" cy="274320"/>
          </a:xfrm>
          <a:prstGeom prst="rect">
            <a:avLst/>
          </a:prstGeom>
        </p:spPr>
        <p:txBody>
          <a:bodyPr vert="horz" lIns="91440" tIns="45720" rIns="91440" bIns="45720" rtlCol="0" anchor="ctr"/>
          <a:lstStyle>
            <a:lvl1pPr algn="ctr">
              <a:defRPr sz="1200">
                <a:solidFill>
                  <a:schemeClr val="accent6"/>
                </a:solidFill>
                <a:latin typeface="Arial" panose="020B0604020202020204" pitchFamily="34" charset="0"/>
                <a:cs typeface="Arial" panose="020B0604020202020204" pitchFamily="34"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52" r:id="rId3"/>
    <p:sldLayoutId id="2147483653" r:id="rId4"/>
    <p:sldLayoutId id="2147483664" r:id="rId5"/>
    <p:sldLayoutId id="2147483667" r:id="rId6"/>
    <p:sldLayoutId id="2147483668" r:id="rId7"/>
    <p:sldLayoutId id="2147483669" r:id="rId8"/>
    <p:sldLayoutId id="2147483673" r:id="rId9"/>
    <p:sldLayoutId id="2147483670" r:id="rId10"/>
    <p:sldLayoutId id="2147483671" r:id="rId11"/>
    <p:sldLayoutId id="2147483655" r:id="rId12"/>
    <p:sldLayoutId id="2147483674" r:id="rId13"/>
    <p:sldLayoutId id="2147483675" r:id="rId14"/>
    <p:sldLayoutId id="2147483676" r:id="rId15"/>
    <p:sldLayoutId id="2147483654" r:id="rId16"/>
    <p:sldLayoutId id="2147483656" r:id="rId17"/>
    <p:sldLayoutId id="2147483657" r:id="rId18"/>
    <p:sldLayoutId id="2147483658" r:id="rId19"/>
    <p:sldLayoutId id="2147483659" r:id="rId20"/>
  </p:sldLayoutIdLst>
  <p:hf hdr="0" dt="0"/>
  <p:txStyles>
    <p:titleStyle>
      <a:lvl1pPr algn="ctr" defTabSz="914400" rtl="0" eaLnBrk="1" latinLnBrk="0" hangingPunct="1">
        <a:lnSpc>
          <a:spcPts val="4875"/>
        </a:lnSpc>
        <a:spcBef>
          <a:spcPct val="0"/>
        </a:spcBef>
        <a:buNone/>
        <a:defRPr sz="44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860D9-9D47-C0BB-B2B4-4B6F2B36CFCC}"/>
              </a:ext>
            </a:extLst>
          </p:cNvPr>
          <p:cNvSpPr>
            <a:spLocks noGrp="1"/>
          </p:cNvSpPr>
          <p:nvPr>
            <p:ph type="ctrTitle"/>
          </p:nvPr>
        </p:nvSpPr>
        <p:spPr/>
        <p:txBody>
          <a:bodyPr/>
          <a:lstStyle/>
          <a:p>
            <a:r>
              <a:rPr lang="en-US" dirty="0" err="1"/>
              <a:t>Anayasa</a:t>
            </a:r>
            <a:r>
              <a:rPr lang="en-US" dirty="0"/>
              <a:t> </a:t>
            </a:r>
            <a:r>
              <a:rPr lang="en-US" dirty="0" err="1"/>
              <a:t>Yargısına</a:t>
            </a:r>
            <a:r>
              <a:rPr lang="en-US" dirty="0"/>
              <a:t> </a:t>
            </a:r>
            <a:r>
              <a:rPr lang="en-US" dirty="0" err="1"/>
              <a:t>Giriş</a:t>
            </a:r>
            <a:endParaRPr lang="en-US" dirty="0"/>
          </a:p>
        </p:txBody>
      </p:sp>
      <p:sp>
        <p:nvSpPr>
          <p:cNvPr id="5" name="Subtitle 4">
            <a:extLst>
              <a:ext uri="{FF2B5EF4-FFF2-40B4-BE49-F238E27FC236}">
                <a16:creationId xmlns:a16="http://schemas.microsoft.com/office/drawing/2014/main" id="{987627DF-68F7-963C-60C6-8E1B72B6E194}"/>
              </a:ext>
            </a:extLst>
          </p:cNvPr>
          <p:cNvSpPr>
            <a:spLocks noGrp="1"/>
          </p:cNvSpPr>
          <p:nvPr>
            <p:ph type="subTitle" idx="1"/>
          </p:nvPr>
        </p:nvSpPr>
        <p:spPr>
          <a:xfrm>
            <a:off x="4349496" y="4114484"/>
            <a:ext cx="3493008" cy="878908"/>
          </a:xfrm>
        </p:spPr>
        <p:txBody>
          <a:bodyPr/>
          <a:lstStyle/>
          <a:p>
            <a:r>
              <a:rPr lang="en-TR" dirty="0"/>
              <a:t>Ar. Gör. Kardelen Altun</a:t>
            </a:r>
          </a:p>
          <a:p>
            <a:r>
              <a:rPr lang="en-TR" dirty="0"/>
              <a:t>kardelenaltun@gmail.com</a:t>
            </a:r>
          </a:p>
        </p:txBody>
      </p:sp>
    </p:spTree>
    <p:extLst>
      <p:ext uri="{BB962C8B-B14F-4D97-AF65-F5344CB8AC3E}">
        <p14:creationId xmlns:p14="http://schemas.microsoft.com/office/powerpoint/2010/main" val="21315684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B6965-040E-4E4B-37B4-4B70DB1629D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F41EAF-F14D-98B1-F1A4-E207025C598D}"/>
              </a:ext>
            </a:extLst>
          </p:cNvPr>
          <p:cNvSpPr>
            <a:spLocks noGrp="1"/>
          </p:cNvSpPr>
          <p:nvPr>
            <p:ph idx="1"/>
          </p:nvPr>
        </p:nvSpPr>
        <p:spPr>
          <a:xfrm>
            <a:off x="171117" y="1199208"/>
            <a:ext cx="8716029" cy="5311621"/>
          </a:xfrm>
        </p:spPr>
        <p:txBody>
          <a:bodyPr/>
          <a:lstStyle/>
          <a:p>
            <a:pPr marL="342900" lvl="0" indent="-342900">
              <a:lnSpc>
                <a:spcPct val="150000"/>
              </a:lnSpc>
              <a:spcAft>
                <a:spcPts val="600"/>
              </a:spcAft>
              <a:buFont typeface="+mj-lt"/>
              <a:buAutoNum type="arabicPeriod"/>
            </a:pPr>
            <a:r>
              <a:rPr lang="tr-TR" sz="1800" b="1" dirty="0">
                <a:effectLst/>
                <a:latin typeface="Helvetica" pitchFamily="2" charset="0"/>
                <a:ea typeface="Calibri" panose="020F0502020204030204" pitchFamily="34" charset="0"/>
                <a:cs typeface="Times New Roman" panose="02020603050405020304" pitchFamily="18" charset="0"/>
              </a:rPr>
              <a:t>Giriş: Anayasa Yargısının Ortaya Çıkışı, Tarihsel Gelişimi ve Temel Kavramlar</a:t>
            </a:r>
            <a:endParaRPr lang="tr-TR" sz="1800" b="1"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600"/>
              </a:spcAft>
              <a:buFont typeface="+mj-lt"/>
              <a:buAutoNum type="arabicPeriod"/>
            </a:pPr>
            <a:r>
              <a:rPr lang="tr-TR" sz="1800" b="1" dirty="0">
                <a:effectLst/>
                <a:latin typeface="Helvetica" pitchFamily="2" charset="0"/>
                <a:ea typeface="Calibri" panose="020F0502020204030204" pitchFamily="34" charset="0"/>
                <a:cs typeface="Times New Roman" panose="02020603050405020304" pitchFamily="18" charset="0"/>
              </a:rPr>
              <a:t>Anayasa Mahkemesinin Statüsü, Kuruluşu ve Görevleri</a:t>
            </a:r>
            <a:endParaRPr lang="tr-TR" sz="1800" b="1"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600"/>
              </a:spcAft>
              <a:buFont typeface="+mj-lt"/>
              <a:buAutoNum type="arabicPeriod"/>
            </a:pPr>
            <a:r>
              <a:rPr lang="tr-TR" sz="1800" b="1" dirty="0">
                <a:effectLst/>
                <a:latin typeface="Helvetica" pitchFamily="2" charset="0"/>
                <a:ea typeface="Calibri" panose="020F0502020204030204" pitchFamily="34" charset="0"/>
                <a:cs typeface="Times New Roman" panose="02020603050405020304" pitchFamily="18" charset="0"/>
              </a:rPr>
              <a:t>Norm Denetimine Konu Olabilecek Normlar </a:t>
            </a:r>
            <a:endParaRPr lang="tr-TR" sz="1800" b="1"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600"/>
              </a:spcAft>
              <a:buFont typeface="+mj-lt"/>
              <a:buAutoNum type="arabicPeriod"/>
            </a:pPr>
            <a:r>
              <a:rPr lang="tr-TR" sz="1800" b="1" dirty="0">
                <a:effectLst/>
                <a:latin typeface="Helvetica" pitchFamily="2" charset="0"/>
                <a:ea typeface="Calibri" panose="020F0502020204030204" pitchFamily="34" charset="0"/>
                <a:cs typeface="Times New Roman" panose="02020603050405020304" pitchFamily="18" charset="0"/>
              </a:rPr>
              <a:t>Norm Denetiminde Ölçü Normlar (Anayasallık Bloku)</a:t>
            </a:r>
            <a:endParaRPr lang="tr-TR" sz="1800" b="1"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600"/>
              </a:spcAft>
              <a:buFont typeface="+mj-lt"/>
              <a:buAutoNum type="arabicPeriod"/>
            </a:pPr>
            <a:r>
              <a:rPr lang="tr-TR" sz="1800" b="1" dirty="0">
                <a:effectLst/>
                <a:latin typeface="Helvetica" pitchFamily="2" charset="0"/>
                <a:ea typeface="Calibri" panose="020F0502020204030204" pitchFamily="34" charset="0"/>
                <a:cs typeface="Times New Roman" panose="02020603050405020304" pitchFamily="18" charset="0"/>
              </a:rPr>
              <a:t>Norm Denetiminin Yolları</a:t>
            </a:r>
            <a:endParaRPr lang="tr-TR" sz="1800" b="1"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600"/>
              </a:spcAft>
              <a:buFont typeface="+mj-lt"/>
              <a:buAutoNum type="arabicPeriod"/>
            </a:pPr>
            <a:r>
              <a:rPr lang="tr-TR" sz="1800" b="1" dirty="0">
                <a:effectLst/>
                <a:latin typeface="Helvetica" pitchFamily="2" charset="0"/>
                <a:ea typeface="Calibri" panose="020F0502020204030204" pitchFamily="34" charset="0"/>
                <a:cs typeface="Times New Roman" panose="02020603050405020304" pitchFamily="18" charset="0"/>
              </a:rPr>
              <a:t>Anayasa Mahkemesi’nin Norm Denetimine İlişkin Kararları ve Bazı Sorunlar</a:t>
            </a:r>
            <a:endParaRPr lang="tr-TR" sz="1800" b="1"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600"/>
              </a:spcAft>
              <a:buFont typeface="+mj-lt"/>
              <a:buAutoNum type="arabicPeriod"/>
            </a:pPr>
            <a:r>
              <a:rPr lang="tr-TR" sz="1800" b="1" dirty="0">
                <a:effectLst/>
                <a:latin typeface="Helvetica" pitchFamily="2" charset="0"/>
                <a:ea typeface="Calibri" panose="020F0502020204030204" pitchFamily="34" charset="0"/>
                <a:cs typeface="Times New Roman" panose="02020603050405020304" pitchFamily="18" charset="0"/>
              </a:rPr>
              <a:t>Anayasa Şikayeti (Anayasa Mahkemesi’ne Bireysel Başvuru)</a:t>
            </a:r>
            <a:endParaRPr lang="tr-TR" sz="1800" b="1"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600"/>
              </a:spcAft>
              <a:buFont typeface="+mj-lt"/>
              <a:buAutoNum type="arabicPeriod"/>
            </a:pPr>
            <a:r>
              <a:rPr lang="tr-TR" sz="1800" b="1" dirty="0">
                <a:effectLst/>
                <a:latin typeface="Helvetica" pitchFamily="2" charset="0"/>
                <a:ea typeface="Calibri" panose="020F0502020204030204" pitchFamily="34" charset="0"/>
                <a:cs typeface="Times New Roman" panose="02020603050405020304" pitchFamily="18" charset="0"/>
              </a:rPr>
              <a:t>Anayasa Hukuku ve Anayasa Yargısı Kurgusal Pratik Çalışmalar </a:t>
            </a:r>
            <a:endParaRPr lang="tr-TR" sz="1800" b="1" dirty="0">
              <a:effectLst/>
              <a:latin typeface="Calibri" panose="020F0502020204030204" pitchFamily="34" charset="0"/>
              <a:ea typeface="Calibri" panose="020F0502020204030204" pitchFamily="34" charset="0"/>
              <a:cs typeface="Times New Roman" panose="02020603050405020304" pitchFamily="18" charset="0"/>
            </a:endParaRPr>
          </a:p>
          <a:p>
            <a:endParaRPr lang="en-US" b="1" dirty="0"/>
          </a:p>
        </p:txBody>
      </p:sp>
      <p:sp>
        <p:nvSpPr>
          <p:cNvPr id="4" name="Content Placeholder 2">
            <a:extLst>
              <a:ext uri="{FF2B5EF4-FFF2-40B4-BE49-F238E27FC236}">
                <a16:creationId xmlns:a16="http://schemas.microsoft.com/office/drawing/2014/main" id="{18E04ADB-8F48-8480-564D-19A6BAFE764D}"/>
              </a:ext>
            </a:extLst>
          </p:cNvPr>
          <p:cNvSpPr txBox="1">
            <a:spLocks/>
          </p:cNvSpPr>
          <p:nvPr/>
        </p:nvSpPr>
        <p:spPr>
          <a:xfrm>
            <a:off x="1116697" y="34717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b="1" dirty="0"/>
              <a:t>Ders </a:t>
            </a:r>
            <a:r>
              <a:rPr lang="en-US" sz="2800" b="1" dirty="0" err="1"/>
              <a:t>Planı</a:t>
            </a:r>
            <a:endParaRPr lang="en-US" sz="2800" b="1" dirty="0"/>
          </a:p>
          <a:p>
            <a:endParaRPr lang="en-US" dirty="0"/>
          </a:p>
        </p:txBody>
      </p:sp>
    </p:spTree>
    <p:extLst>
      <p:ext uri="{BB962C8B-B14F-4D97-AF65-F5344CB8AC3E}">
        <p14:creationId xmlns:p14="http://schemas.microsoft.com/office/powerpoint/2010/main" val="3107354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BFFDF-1192-F899-9AB7-C91B93FA8D5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7CFFCF-0473-7187-C32E-0EB91DEC8330}"/>
              </a:ext>
            </a:extLst>
          </p:cNvPr>
          <p:cNvSpPr>
            <a:spLocks noGrp="1"/>
          </p:cNvSpPr>
          <p:nvPr>
            <p:ph idx="1"/>
          </p:nvPr>
        </p:nvSpPr>
        <p:spPr>
          <a:xfrm>
            <a:off x="756745" y="2291255"/>
            <a:ext cx="6772866" cy="2603062"/>
          </a:xfrm>
        </p:spPr>
        <p:txBody>
          <a:bodyPr/>
          <a:lstStyle/>
          <a:p>
            <a:r>
              <a:rPr lang="en-US" dirty="0">
                <a:latin typeface="Calibri" panose="020F0502020204030204" pitchFamily="34" charset="0"/>
                <a:cs typeface="Calibri" panose="020F0502020204030204" pitchFamily="34" charset="0"/>
              </a:rPr>
              <a:t>“</a:t>
            </a:r>
            <a:r>
              <a:rPr lang="en-US" dirty="0" err="1">
                <a:latin typeface="Calibri" panose="020F0502020204030204" pitchFamily="34" charset="0"/>
                <a:cs typeface="Calibri" panose="020F0502020204030204" pitchFamily="34" charset="0"/>
              </a:rPr>
              <a:t>Doğrudan</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doğruya</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anayasaya</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uyulmasını</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sağlamak</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amacını</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güden</a:t>
            </a:r>
            <a:r>
              <a:rPr lang="en-US" dirty="0">
                <a:latin typeface="Calibri" panose="020F0502020204030204" pitchFamily="34" charset="0"/>
                <a:cs typeface="Calibri" panose="020F0502020204030204" pitchFamily="34" charset="0"/>
              </a:rPr>
              <a:t> her </a:t>
            </a:r>
            <a:r>
              <a:rPr lang="en-US" dirty="0" err="1">
                <a:latin typeface="Calibri" panose="020F0502020204030204" pitchFamily="34" charset="0"/>
                <a:cs typeface="Calibri" panose="020F0502020204030204" pitchFamily="34" charset="0"/>
              </a:rPr>
              <a:t>türlü</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yargı</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işlemin</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veya</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anayasa</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hukuku</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sorunlarının</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yargısal</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usüller</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içerisinde</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bir</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karara</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bağlanması</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sürecini</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ifade</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eder</a:t>
            </a:r>
            <a:r>
              <a:rPr lang="en-US" dirty="0">
                <a:latin typeface="Calibri" panose="020F0502020204030204" pitchFamily="34" charset="0"/>
                <a:cs typeface="Calibri" panose="020F0502020204030204" pitchFamily="34" charset="0"/>
              </a:rPr>
              <a:t>.” </a:t>
            </a:r>
          </a:p>
          <a:p>
            <a:endParaRPr lang="en-US" dirty="0"/>
          </a:p>
        </p:txBody>
      </p:sp>
      <p:sp>
        <p:nvSpPr>
          <p:cNvPr id="4" name="Content Placeholder 2">
            <a:extLst>
              <a:ext uri="{FF2B5EF4-FFF2-40B4-BE49-F238E27FC236}">
                <a16:creationId xmlns:a16="http://schemas.microsoft.com/office/drawing/2014/main" id="{9C8CF838-EF13-6375-6249-590560A9C864}"/>
              </a:ext>
            </a:extLst>
          </p:cNvPr>
          <p:cNvSpPr txBox="1">
            <a:spLocks/>
          </p:cNvSpPr>
          <p:nvPr/>
        </p:nvSpPr>
        <p:spPr>
          <a:xfrm>
            <a:off x="1147520" y="76841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b="1" dirty="0" err="1"/>
              <a:t>Geniş</a:t>
            </a:r>
            <a:r>
              <a:rPr lang="en-US" sz="2800" b="1" dirty="0"/>
              <a:t> </a:t>
            </a:r>
            <a:r>
              <a:rPr lang="en-US" sz="2800" b="1" dirty="0" err="1"/>
              <a:t>Anlamda</a:t>
            </a:r>
            <a:r>
              <a:rPr lang="en-US" sz="2800" b="1" dirty="0"/>
              <a:t> </a:t>
            </a:r>
            <a:r>
              <a:rPr lang="en-US" sz="2800" b="1" dirty="0" err="1"/>
              <a:t>Anayasa</a:t>
            </a:r>
            <a:r>
              <a:rPr lang="en-US" sz="2800" b="1" dirty="0"/>
              <a:t> </a:t>
            </a:r>
            <a:r>
              <a:rPr lang="en-US" sz="2800" b="1" dirty="0" err="1"/>
              <a:t>Yargısı</a:t>
            </a:r>
            <a:endParaRPr lang="en-US" sz="2800" b="1" dirty="0"/>
          </a:p>
          <a:p>
            <a:endParaRPr lang="en-US" dirty="0"/>
          </a:p>
        </p:txBody>
      </p:sp>
    </p:spTree>
    <p:extLst>
      <p:ext uri="{BB962C8B-B14F-4D97-AF65-F5344CB8AC3E}">
        <p14:creationId xmlns:p14="http://schemas.microsoft.com/office/powerpoint/2010/main" val="31321668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1F66E5-D2D7-172B-46BA-FEBFE092CC7F}"/>
              </a:ext>
            </a:extLst>
          </p:cNvPr>
          <p:cNvSpPr>
            <a:spLocks noGrp="1"/>
          </p:cNvSpPr>
          <p:nvPr>
            <p:ph idx="1"/>
          </p:nvPr>
        </p:nvSpPr>
        <p:spPr>
          <a:xfrm>
            <a:off x="756745" y="2291255"/>
            <a:ext cx="6772866" cy="2603062"/>
          </a:xfrm>
        </p:spPr>
        <p:txBody>
          <a:bodyPr/>
          <a:lstStyle/>
          <a:p>
            <a:r>
              <a:rPr lang="tr-TR" dirty="0"/>
              <a:t>“Kanunların ve diğer bazı yasama işlemlerinin anayasaya uygunluğunun yargısal merciler tarafından </a:t>
            </a:r>
            <a:r>
              <a:rPr lang="tr-TR" dirty="0" err="1"/>
              <a:t>denetlenmesi”ni</a:t>
            </a:r>
            <a:r>
              <a:rPr lang="tr-TR" dirty="0"/>
              <a:t> ifade eder. </a:t>
            </a:r>
          </a:p>
        </p:txBody>
      </p:sp>
      <p:sp>
        <p:nvSpPr>
          <p:cNvPr id="4" name="Content Placeholder 2">
            <a:extLst>
              <a:ext uri="{FF2B5EF4-FFF2-40B4-BE49-F238E27FC236}">
                <a16:creationId xmlns:a16="http://schemas.microsoft.com/office/drawing/2014/main" id="{04F38575-026B-E036-F46B-05CD56B00A37}"/>
              </a:ext>
            </a:extLst>
          </p:cNvPr>
          <p:cNvSpPr txBox="1">
            <a:spLocks/>
          </p:cNvSpPr>
          <p:nvPr/>
        </p:nvSpPr>
        <p:spPr>
          <a:xfrm>
            <a:off x="1147520" y="76841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2800" b="1" dirty="0"/>
              <a:t>Dar Anlamda Anayasa Yargısı</a:t>
            </a:r>
          </a:p>
          <a:p>
            <a:endParaRPr lang="en-US" dirty="0"/>
          </a:p>
        </p:txBody>
      </p:sp>
    </p:spTree>
    <p:extLst>
      <p:ext uri="{BB962C8B-B14F-4D97-AF65-F5344CB8AC3E}">
        <p14:creationId xmlns:p14="http://schemas.microsoft.com/office/powerpoint/2010/main" val="3755932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E339BF-E6D7-DD0E-AF02-6813852EE723}"/>
              </a:ext>
            </a:extLst>
          </p:cNvPr>
          <p:cNvSpPr>
            <a:spLocks noGrp="1"/>
          </p:cNvSpPr>
          <p:nvPr>
            <p:ph type="body" idx="1"/>
          </p:nvPr>
        </p:nvSpPr>
        <p:spPr>
          <a:xfrm>
            <a:off x="2422635" y="1844879"/>
            <a:ext cx="6400800" cy="2506404"/>
          </a:xfrm>
        </p:spPr>
        <p:txBody>
          <a:bodyPr anchor="ctr"/>
          <a:lstStyle/>
          <a:p>
            <a:pPr algn="ctr">
              <a:lnSpc>
                <a:spcPct val="200000"/>
              </a:lnSpc>
            </a:pPr>
            <a:r>
              <a:rPr lang="en-US" sz="3600" b="1" dirty="0" err="1">
                <a:latin typeface="Sabon Next LT" panose="02000500000000000000" pitchFamily="2" charset="0"/>
                <a:cs typeface="Sabon Next LT" panose="02000500000000000000" pitchFamily="2" charset="0"/>
              </a:rPr>
              <a:t>Normlar</a:t>
            </a:r>
            <a:r>
              <a:rPr lang="en-US" sz="3600" b="1" dirty="0">
                <a:latin typeface="Sabon Next LT" panose="02000500000000000000" pitchFamily="2" charset="0"/>
                <a:cs typeface="Sabon Next LT" panose="02000500000000000000" pitchFamily="2" charset="0"/>
              </a:rPr>
              <a:t> </a:t>
            </a:r>
            <a:r>
              <a:rPr lang="en-US" sz="3600" b="1" dirty="0" err="1">
                <a:latin typeface="Sabon Next LT" panose="02000500000000000000" pitchFamily="2" charset="0"/>
                <a:cs typeface="Sabon Next LT" panose="02000500000000000000" pitchFamily="2" charset="0"/>
              </a:rPr>
              <a:t>Hiyerarşisi</a:t>
            </a:r>
            <a:endParaRPr lang="en-US" sz="3600" b="1" dirty="0">
              <a:latin typeface="Sabon Next LT" panose="02000500000000000000" pitchFamily="2" charset="0"/>
              <a:cs typeface="Sabon Next LT" panose="02000500000000000000" pitchFamily="2" charset="0"/>
            </a:endParaRPr>
          </a:p>
          <a:p>
            <a:pPr algn="ctr">
              <a:lnSpc>
                <a:spcPct val="200000"/>
              </a:lnSpc>
            </a:pPr>
            <a:r>
              <a:rPr lang="en-US" sz="3600" b="1" dirty="0" err="1">
                <a:solidFill>
                  <a:schemeClr val="accent6"/>
                </a:solidFill>
                <a:latin typeface="Sabon Next LT" panose="02000500000000000000" pitchFamily="2" charset="0"/>
                <a:cs typeface="Sabon Next LT" panose="02000500000000000000" pitchFamily="2" charset="0"/>
              </a:rPr>
              <a:t>Anayasanın</a:t>
            </a:r>
            <a:r>
              <a:rPr lang="en-US" sz="3600" b="1" dirty="0">
                <a:solidFill>
                  <a:schemeClr val="accent6"/>
                </a:solidFill>
                <a:latin typeface="Sabon Next LT" panose="02000500000000000000" pitchFamily="2" charset="0"/>
                <a:cs typeface="Sabon Next LT" panose="02000500000000000000" pitchFamily="2" charset="0"/>
              </a:rPr>
              <a:t> </a:t>
            </a:r>
            <a:r>
              <a:rPr lang="en-US" sz="3600" b="1" dirty="0" err="1">
                <a:solidFill>
                  <a:schemeClr val="accent6"/>
                </a:solidFill>
                <a:latin typeface="Sabon Next LT" panose="02000500000000000000" pitchFamily="2" charset="0"/>
                <a:cs typeface="Sabon Next LT" panose="02000500000000000000" pitchFamily="2" charset="0"/>
              </a:rPr>
              <a:t>Üstünlüğü</a:t>
            </a:r>
            <a:endParaRPr lang="en-US" sz="3600" b="1" dirty="0">
              <a:solidFill>
                <a:schemeClr val="accent6"/>
              </a:solidFill>
              <a:latin typeface="Sabon Next LT" panose="02000500000000000000" pitchFamily="2" charset="0"/>
              <a:cs typeface="Sabon Next LT" panose="02000500000000000000" pitchFamily="2" charset="0"/>
            </a:endParaRPr>
          </a:p>
        </p:txBody>
      </p:sp>
    </p:spTree>
    <p:extLst>
      <p:ext uri="{BB962C8B-B14F-4D97-AF65-F5344CB8AC3E}">
        <p14:creationId xmlns:p14="http://schemas.microsoft.com/office/powerpoint/2010/main" val="29539422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E339BF-E6D7-DD0E-AF02-6813852EE723}"/>
              </a:ext>
            </a:extLst>
          </p:cNvPr>
          <p:cNvSpPr>
            <a:spLocks noGrp="1"/>
          </p:cNvSpPr>
          <p:nvPr>
            <p:ph type="body" idx="1"/>
          </p:nvPr>
        </p:nvSpPr>
        <p:spPr>
          <a:xfrm>
            <a:off x="2422635" y="1844879"/>
            <a:ext cx="6400800" cy="2506404"/>
          </a:xfrm>
        </p:spPr>
        <p:txBody>
          <a:bodyPr anchor="ctr"/>
          <a:lstStyle/>
          <a:p>
            <a:pPr algn="ctr">
              <a:lnSpc>
                <a:spcPct val="200000"/>
              </a:lnSpc>
            </a:pPr>
            <a:r>
              <a:rPr lang="en-US" sz="3600" b="1" dirty="0" err="1">
                <a:latin typeface="Sabon Next LT" panose="02000500000000000000" pitchFamily="2" charset="0"/>
                <a:cs typeface="Sabon Next LT" panose="02000500000000000000" pitchFamily="2" charset="0"/>
              </a:rPr>
              <a:t>Siyasal</a:t>
            </a:r>
            <a:r>
              <a:rPr lang="en-US" sz="3600" b="1" dirty="0">
                <a:latin typeface="Sabon Next LT" panose="02000500000000000000" pitchFamily="2" charset="0"/>
                <a:cs typeface="Sabon Next LT" panose="02000500000000000000" pitchFamily="2" charset="0"/>
              </a:rPr>
              <a:t> </a:t>
            </a:r>
            <a:r>
              <a:rPr lang="en-US" sz="3600" b="1" dirty="0" err="1">
                <a:latin typeface="Sabon Next LT" panose="02000500000000000000" pitchFamily="2" charset="0"/>
                <a:cs typeface="Sabon Next LT" panose="02000500000000000000" pitchFamily="2" charset="0"/>
              </a:rPr>
              <a:t>Liberalizm</a:t>
            </a:r>
            <a:endParaRPr lang="en-US" sz="3600" b="1" dirty="0">
              <a:latin typeface="Sabon Next LT" panose="02000500000000000000" pitchFamily="2" charset="0"/>
              <a:cs typeface="Sabon Next LT" panose="02000500000000000000" pitchFamily="2" charset="0"/>
            </a:endParaRPr>
          </a:p>
          <a:p>
            <a:pPr algn="ctr">
              <a:lnSpc>
                <a:spcPct val="200000"/>
              </a:lnSpc>
            </a:pPr>
            <a:r>
              <a:rPr lang="en-US" sz="3600" b="1" dirty="0">
                <a:solidFill>
                  <a:schemeClr val="accent6"/>
                </a:solidFill>
                <a:latin typeface="Sabon Next LT" panose="02000500000000000000" pitchFamily="2" charset="0"/>
                <a:cs typeface="Sabon Next LT" panose="02000500000000000000" pitchFamily="2" charset="0"/>
              </a:rPr>
              <a:t>Liberal </a:t>
            </a:r>
            <a:r>
              <a:rPr lang="en-US" sz="3600" b="1" dirty="0" err="1">
                <a:solidFill>
                  <a:schemeClr val="accent6"/>
                </a:solidFill>
                <a:latin typeface="Sabon Next LT" panose="02000500000000000000" pitchFamily="2" charset="0"/>
                <a:cs typeface="Sabon Next LT" panose="02000500000000000000" pitchFamily="2" charset="0"/>
              </a:rPr>
              <a:t>Anayasacılık</a:t>
            </a:r>
            <a:endParaRPr lang="en-US" sz="3600" b="1" dirty="0">
              <a:solidFill>
                <a:schemeClr val="accent6"/>
              </a:solidFill>
              <a:latin typeface="Sabon Next LT" panose="02000500000000000000" pitchFamily="2" charset="0"/>
              <a:cs typeface="Sabon Next LT" panose="02000500000000000000" pitchFamily="2" charset="0"/>
            </a:endParaRPr>
          </a:p>
        </p:txBody>
      </p:sp>
    </p:spTree>
    <p:extLst>
      <p:ext uri="{BB962C8B-B14F-4D97-AF65-F5344CB8AC3E}">
        <p14:creationId xmlns:p14="http://schemas.microsoft.com/office/powerpoint/2010/main" val="29517360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p:txBody>
          <a:bodyPr/>
          <a:lstStyle/>
          <a:p>
            <a:r>
              <a:rPr lang="en-US" dirty="0" err="1"/>
              <a:t>Anayasa</a:t>
            </a:r>
            <a:r>
              <a:rPr lang="en-US" dirty="0"/>
              <a:t> </a:t>
            </a:r>
            <a:r>
              <a:rPr lang="en-US" dirty="0" err="1"/>
              <a:t>Yargısına</a:t>
            </a:r>
            <a:r>
              <a:rPr lang="en-US" dirty="0"/>
              <a:t> </a:t>
            </a:r>
            <a:r>
              <a:rPr lang="en-US" dirty="0" err="1"/>
              <a:t>Giriş</a:t>
            </a:r>
            <a:endParaRPr lang="en-US" dirty="0"/>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7</a:t>
            </a:fld>
            <a:endParaRPr lang="en-US" dirty="0"/>
          </a:p>
        </p:txBody>
      </p:sp>
      <p:sp>
        <p:nvSpPr>
          <p:cNvPr id="6" name="Content Placeholder 2">
            <a:extLst>
              <a:ext uri="{FF2B5EF4-FFF2-40B4-BE49-F238E27FC236}">
                <a16:creationId xmlns:a16="http://schemas.microsoft.com/office/drawing/2014/main" id="{7356187E-7E56-28DF-8B05-7CB9D18D0B13}"/>
              </a:ext>
            </a:extLst>
          </p:cNvPr>
          <p:cNvSpPr txBox="1">
            <a:spLocks/>
          </p:cNvSpPr>
          <p:nvPr/>
        </p:nvSpPr>
        <p:spPr>
          <a:xfrm>
            <a:off x="4224527" y="1435125"/>
            <a:ext cx="7547059" cy="3767496"/>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pPr>
            <a:r>
              <a:rPr lang="tr-TR" sz="2800" b="1" dirty="0"/>
              <a:t>Hukuk devletinin</a:t>
            </a:r>
            <a:r>
              <a:rPr lang="tr-TR" sz="2800" b="1" dirty="0">
                <a:solidFill>
                  <a:schemeClr val="accent6">
                    <a:lumMod val="40000"/>
                    <a:lumOff val="60000"/>
                  </a:schemeClr>
                </a:solidFill>
              </a:rPr>
              <a:t> en son ve en önemli </a:t>
            </a:r>
            <a:r>
              <a:rPr lang="tr-TR" sz="2800" b="1" dirty="0"/>
              <a:t>aşaması</a:t>
            </a:r>
          </a:p>
          <a:p>
            <a:pPr>
              <a:lnSpc>
                <a:spcPct val="200000"/>
              </a:lnSpc>
            </a:pPr>
            <a:r>
              <a:rPr lang="tr-TR" sz="2800" b="1" dirty="0"/>
              <a:t>1- Hükümdar hukukla bağlı mıdır?</a:t>
            </a:r>
          </a:p>
          <a:p>
            <a:endParaRPr lang="tr-TR" sz="2800" b="1" dirty="0"/>
          </a:p>
          <a:p>
            <a:endParaRPr lang="en-US" dirty="0"/>
          </a:p>
        </p:txBody>
      </p:sp>
      <p:sp>
        <p:nvSpPr>
          <p:cNvPr id="10" name="Content Placeholder 2">
            <a:extLst>
              <a:ext uri="{FF2B5EF4-FFF2-40B4-BE49-F238E27FC236}">
                <a16:creationId xmlns:a16="http://schemas.microsoft.com/office/drawing/2014/main" id="{92BF9542-76E2-BE0E-1168-4DB5FE0ACE44}"/>
              </a:ext>
            </a:extLst>
          </p:cNvPr>
          <p:cNvSpPr txBox="1">
            <a:spLocks/>
          </p:cNvSpPr>
          <p:nvPr/>
        </p:nvSpPr>
        <p:spPr>
          <a:xfrm>
            <a:off x="4224528" y="322275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14004420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p:txBody>
          <a:bodyPr/>
          <a:lstStyle/>
          <a:p>
            <a:r>
              <a:rPr lang="en-US" dirty="0" err="1"/>
              <a:t>Anayasa</a:t>
            </a:r>
            <a:r>
              <a:rPr lang="en-US" dirty="0"/>
              <a:t> </a:t>
            </a:r>
            <a:r>
              <a:rPr lang="en-US" dirty="0" err="1"/>
              <a:t>Yargısına</a:t>
            </a:r>
            <a:r>
              <a:rPr lang="en-US" dirty="0"/>
              <a:t> </a:t>
            </a:r>
            <a:r>
              <a:rPr lang="en-US" dirty="0" err="1"/>
              <a:t>Giriş</a:t>
            </a:r>
            <a:endParaRPr lang="en-US" dirty="0"/>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8</a:t>
            </a:fld>
            <a:endParaRPr lang="en-US" dirty="0"/>
          </a:p>
        </p:txBody>
      </p:sp>
      <p:sp>
        <p:nvSpPr>
          <p:cNvPr id="6" name="Content Placeholder 2">
            <a:extLst>
              <a:ext uri="{FF2B5EF4-FFF2-40B4-BE49-F238E27FC236}">
                <a16:creationId xmlns:a16="http://schemas.microsoft.com/office/drawing/2014/main" id="{7356187E-7E56-28DF-8B05-7CB9D18D0B13}"/>
              </a:ext>
            </a:extLst>
          </p:cNvPr>
          <p:cNvSpPr txBox="1">
            <a:spLocks/>
          </p:cNvSpPr>
          <p:nvPr/>
        </p:nvSpPr>
        <p:spPr>
          <a:xfrm>
            <a:off x="4224527" y="1435125"/>
            <a:ext cx="7547059" cy="3767496"/>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200000"/>
              </a:lnSpc>
              <a:buFont typeface="Arial" panose="020B0604020202020204" pitchFamily="34" charset="0"/>
              <a:buChar char="•"/>
            </a:pPr>
            <a:r>
              <a:rPr lang="tr-TR" sz="2800" b="1" dirty="0"/>
              <a:t>Yazılı Anayasa</a:t>
            </a:r>
          </a:p>
          <a:p>
            <a:pPr marL="457200" indent="-457200">
              <a:lnSpc>
                <a:spcPct val="200000"/>
              </a:lnSpc>
              <a:buFont typeface="Arial" panose="020B0604020202020204" pitchFamily="34" charset="0"/>
              <a:buChar char="•"/>
            </a:pPr>
            <a:r>
              <a:rPr lang="tr-TR" sz="2800" b="1" dirty="0"/>
              <a:t>Katılaştırma</a:t>
            </a:r>
          </a:p>
          <a:p>
            <a:pPr marL="457200" indent="-457200">
              <a:lnSpc>
                <a:spcPct val="200000"/>
              </a:lnSpc>
              <a:buFont typeface="Arial" panose="020B0604020202020204" pitchFamily="34" charset="0"/>
              <a:buChar char="•"/>
            </a:pPr>
            <a:r>
              <a:rPr lang="tr-TR" sz="2800" b="1" dirty="0"/>
              <a:t>Devletin anayasaya uymasını sağlayacak tedbirler?</a:t>
            </a:r>
          </a:p>
          <a:p>
            <a:endParaRPr lang="tr-TR" sz="2800" b="1" dirty="0"/>
          </a:p>
          <a:p>
            <a:endParaRPr lang="en-US" dirty="0"/>
          </a:p>
        </p:txBody>
      </p:sp>
      <p:sp>
        <p:nvSpPr>
          <p:cNvPr id="10" name="Content Placeholder 2">
            <a:extLst>
              <a:ext uri="{FF2B5EF4-FFF2-40B4-BE49-F238E27FC236}">
                <a16:creationId xmlns:a16="http://schemas.microsoft.com/office/drawing/2014/main" id="{92BF9542-76E2-BE0E-1168-4DB5FE0ACE44}"/>
              </a:ext>
            </a:extLst>
          </p:cNvPr>
          <p:cNvSpPr txBox="1">
            <a:spLocks/>
          </p:cNvSpPr>
          <p:nvPr/>
        </p:nvSpPr>
        <p:spPr>
          <a:xfrm>
            <a:off x="4224528" y="322275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9796220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p:txBody>
          <a:bodyPr/>
          <a:lstStyle/>
          <a:p>
            <a:r>
              <a:rPr lang="en-US" dirty="0" err="1"/>
              <a:t>Anayasa</a:t>
            </a:r>
            <a:r>
              <a:rPr lang="en-US" dirty="0"/>
              <a:t> </a:t>
            </a:r>
            <a:r>
              <a:rPr lang="en-US" dirty="0" err="1"/>
              <a:t>Yargısına</a:t>
            </a:r>
            <a:r>
              <a:rPr lang="en-US" dirty="0"/>
              <a:t> </a:t>
            </a:r>
            <a:r>
              <a:rPr lang="en-US" dirty="0" err="1"/>
              <a:t>Giriş</a:t>
            </a:r>
            <a:endParaRPr lang="en-US" dirty="0"/>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9</a:t>
            </a:fld>
            <a:endParaRPr lang="en-US" dirty="0"/>
          </a:p>
        </p:txBody>
      </p:sp>
      <p:sp>
        <p:nvSpPr>
          <p:cNvPr id="6" name="Content Placeholder 2">
            <a:extLst>
              <a:ext uri="{FF2B5EF4-FFF2-40B4-BE49-F238E27FC236}">
                <a16:creationId xmlns:a16="http://schemas.microsoft.com/office/drawing/2014/main" id="{7356187E-7E56-28DF-8B05-7CB9D18D0B13}"/>
              </a:ext>
            </a:extLst>
          </p:cNvPr>
          <p:cNvSpPr txBox="1">
            <a:spLocks/>
          </p:cNvSpPr>
          <p:nvPr/>
        </p:nvSpPr>
        <p:spPr>
          <a:xfrm>
            <a:off x="4224527" y="1435125"/>
            <a:ext cx="7547059" cy="3767496"/>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pPr>
            <a:r>
              <a:rPr lang="tr-TR" sz="2800" b="1" dirty="0"/>
              <a:t>2- 	Parlamentolar anayasaya uygun davranmalı mı?</a:t>
            </a:r>
          </a:p>
          <a:p>
            <a:pPr>
              <a:lnSpc>
                <a:spcPct val="200000"/>
              </a:lnSpc>
            </a:pPr>
            <a:r>
              <a:rPr lang="tr-TR" sz="2800" b="1" dirty="0"/>
              <a:t>	Parlamentolar anayasaya aykırı davranabilir mi?</a:t>
            </a:r>
          </a:p>
          <a:p>
            <a:endParaRPr lang="tr-TR" sz="2800" b="1" dirty="0"/>
          </a:p>
          <a:p>
            <a:endParaRPr lang="en-US" dirty="0"/>
          </a:p>
        </p:txBody>
      </p:sp>
      <p:sp>
        <p:nvSpPr>
          <p:cNvPr id="10" name="Content Placeholder 2">
            <a:extLst>
              <a:ext uri="{FF2B5EF4-FFF2-40B4-BE49-F238E27FC236}">
                <a16:creationId xmlns:a16="http://schemas.microsoft.com/office/drawing/2014/main" id="{92BF9542-76E2-BE0E-1168-4DB5FE0ACE44}"/>
              </a:ext>
            </a:extLst>
          </p:cNvPr>
          <p:cNvSpPr txBox="1">
            <a:spLocks/>
          </p:cNvSpPr>
          <p:nvPr/>
        </p:nvSpPr>
        <p:spPr>
          <a:xfrm>
            <a:off x="4224528" y="322275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32652575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E339BF-E6D7-DD0E-AF02-6813852EE723}"/>
              </a:ext>
            </a:extLst>
          </p:cNvPr>
          <p:cNvSpPr>
            <a:spLocks noGrp="1"/>
          </p:cNvSpPr>
          <p:nvPr>
            <p:ph type="body" idx="1"/>
          </p:nvPr>
        </p:nvSpPr>
        <p:spPr>
          <a:xfrm>
            <a:off x="2433145" y="2916936"/>
            <a:ext cx="6400800" cy="751174"/>
          </a:xfrm>
        </p:spPr>
        <p:txBody>
          <a:bodyPr/>
          <a:lstStyle/>
          <a:p>
            <a:pPr algn="ctr"/>
            <a:r>
              <a:rPr lang="en-US" sz="3600" b="1" dirty="0" err="1">
                <a:solidFill>
                  <a:schemeClr val="accent6"/>
                </a:solidFill>
                <a:latin typeface="Sabon Next LT" panose="02000500000000000000" pitchFamily="2" charset="0"/>
                <a:cs typeface="Sabon Next LT" panose="02000500000000000000" pitchFamily="2" charset="0"/>
              </a:rPr>
              <a:t>Parlamentonun</a:t>
            </a:r>
            <a:r>
              <a:rPr lang="en-US" sz="3600" b="1" dirty="0">
                <a:solidFill>
                  <a:schemeClr val="accent6"/>
                </a:solidFill>
                <a:latin typeface="Sabon Next LT" panose="02000500000000000000" pitchFamily="2" charset="0"/>
                <a:cs typeface="Sabon Next LT" panose="02000500000000000000" pitchFamily="2" charset="0"/>
              </a:rPr>
              <a:t> </a:t>
            </a:r>
            <a:r>
              <a:rPr lang="en-US" sz="3600" b="1" dirty="0" err="1">
                <a:solidFill>
                  <a:schemeClr val="accent6"/>
                </a:solidFill>
                <a:latin typeface="Sabon Next LT" panose="02000500000000000000" pitchFamily="2" charset="0"/>
                <a:cs typeface="Sabon Next LT" panose="02000500000000000000" pitchFamily="2" charset="0"/>
              </a:rPr>
              <a:t>Üstünlüğü</a:t>
            </a:r>
            <a:endParaRPr lang="en-US" sz="3600" b="1" dirty="0">
              <a:solidFill>
                <a:schemeClr val="accent6"/>
              </a:solidFill>
              <a:latin typeface="Sabon Next LT" panose="02000500000000000000" pitchFamily="2" charset="0"/>
              <a:cs typeface="Sabon Next LT" panose="02000500000000000000" pitchFamily="2" charset="0"/>
            </a:endParaRPr>
          </a:p>
        </p:txBody>
      </p:sp>
      <p:sp>
        <p:nvSpPr>
          <p:cNvPr id="6" name="Content Placeholder 2">
            <a:extLst>
              <a:ext uri="{FF2B5EF4-FFF2-40B4-BE49-F238E27FC236}">
                <a16:creationId xmlns:a16="http://schemas.microsoft.com/office/drawing/2014/main" id="{33F5AA08-2A7A-27F9-67FA-536AF685D06F}"/>
              </a:ext>
            </a:extLst>
          </p:cNvPr>
          <p:cNvSpPr txBox="1">
            <a:spLocks/>
          </p:cNvSpPr>
          <p:nvPr/>
        </p:nvSpPr>
        <p:spPr>
          <a:xfrm>
            <a:off x="756745" y="2291255"/>
            <a:ext cx="2869324" cy="441435"/>
          </a:xfrm>
          <a:prstGeom prst="rect">
            <a:avLst/>
          </a:prstGeom>
        </p:spPr>
        <p:txBody>
          <a:bodyPr vert="horz" lIns="0" tIns="0" rIns="0" bIns="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sz="2400" kern="1200">
                <a:solidFill>
                  <a:schemeClr val="accent6"/>
                </a:solidFill>
                <a:latin typeface="+mn-lt"/>
                <a:ea typeface="+mn-ea"/>
                <a:cs typeface="+mn-cs"/>
              </a:defRPr>
            </a:lvl1pPr>
            <a:lvl2pPr marL="457200" indent="0" algn="l" defTabSz="914400" rtl="0" eaLnBrk="1" latinLnBrk="0" hangingPunct="1">
              <a:lnSpc>
                <a:spcPct val="100000"/>
              </a:lnSpc>
              <a:spcBef>
                <a:spcPts val="36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100000"/>
              </a:lnSpc>
              <a:spcBef>
                <a:spcPts val="36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100000"/>
              </a:lnSpc>
              <a:spcBef>
                <a:spcPts val="36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100000"/>
              </a:lnSpc>
              <a:spcBef>
                <a:spcPts val="36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tr-TR" dirty="0"/>
              <a:t>Genel İrade</a:t>
            </a:r>
          </a:p>
        </p:txBody>
      </p:sp>
      <p:sp>
        <p:nvSpPr>
          <p:cNvPr id="7" name="Content Placeholder 2">
            <a:extLst>
              <a:ext uri="{FF2B5EF4-FFF2-40B4-BE49-F238E27FC236}">
                <a16:creationId xmlns:a16="http://schemas.microsoft.com/office/drawing/2014/main" id="{16511D9F-833E-E883-8C69-056EEBE06C0A}"/>
              </a:ext>
            </a:extLst>
          </p:cNvPr>
          <p:cNvSpPr txBox="1">
            <a:spLocks/>
          </p:cNvSpPr>
          <p:nvPr/>
        </p:nvSpPr>
        <p:spPr>
          <a:xfrm>
            <a:off x="3410607" y="1563256"/>
            <a:ext cx="2869324" cy="441435"/>
          </a:xfrm>
          <a:prstGeom prst="rect">
            <a:avLst/>
          </a:prstGeom>
        </p:spPr>
        <p:txBody>
          <a:bodyPr vert="horz" lIns="0" tIns="0" rIns="0" bIns="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sz="2400" kern="1200">
                <a:solidFill>
                  <a:schemeClr val="accent6"/>
                </a:solidFill>
                <a:latin typeface="+mn-lt"/>
                <a:ea typeface="+mn-ea"/>
                <a:cs typeface="+mn-cs"/>
              </a:defRPr>
            </a:lvl1pPr>
            <a:lvl2pPr marL="457200" indent="0" algn="l" defTabSz="914400" rtl="0" eaLnBrk="1" latinLnBrk="0" hangingPunct="1">
              <a:lnSpc>
                <a:spcPct val="100000"/>
              </a:lnSpc>
              <a:spcBef>
                <a:spcPts val="36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100000"/>
              </a:lnSpc>
              <a:spcBef>
                <a:spcPts val="36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100000"/>
              </a:lnSpc>
              <a:spcBef>
                <a:spcPts val="36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100000"/>
              </a:lnSpc>
              <a:spcBef>
                <a:spcPts val="36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tr-TR" dirty="0"/>
              <a:t>Milletin Temsilcisi</a:t>
            </a:r>
          </a:p>
        </p:txBody>
      </p:sp>
      <p:sp>
        <p:nvSpPr>
          <p:cNvPr id="8" name="Content Placeholder 2">
            <a:extLst>
              <a:ext uri="{FF2B5EF4-FFF2-40B4-BE49-F238E27FC236}">
                <a16:creationId xmlns:a16="http://schemas.microsoft.com/office/drawing/2014/main" id="{E218C94A-7798-2F1E-99DD-419983F470D0}"/>
              </a:ext>
            </a:extLst>
          </p:cNvPr>
          <p:cNvSpPr txBox="1">
            <a:spLocks/>
          </p:cNvSpPr>
          <p:nvPr/>
        </p:nvSpPr>
        <p:spPr>
          <a:xfrm>
            <a:off x="5633545" y="1927256"/>
            <a:ext cx="2869324" cy="441435"/>
          </a:xfrm>
          <a:prstGeom prst="rect">
            <a:avLst/>
          </a:prstGeom>
        </p:spPr>
        <p:txBody>
          <a:bodyPr vert="horz" lIns="0" tIns="0" rIns="0" bIns="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sz="2400" kern="1200">
                <a:solidFill>
                  <a:schemeClr val="accent6"/>
                </a:solidFill>
                <a:latin typeface="+mn-lt"/>
                <a:ea typeface="+mn-ea"/>
                <a:cs typeface="+mn-cs"/>
              </a:defRPr>
            </a:lvl1pPr>
            <a:lvl2pPr marL="457200" indent="0" algn="l" defTabSz="914400" rtl="0" eaLnBrk="1" latinLnBrk="0" hangingPunct="1">
              <a:lnSpc>
                <a:spcPct val="100000"/>
              </a:lnSpc>
              <a:spcBef>
                <a:spcPts val="36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100000"/>
              </a:lnSpc>
              <a:spcBef>
                <a:spcPts val="36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100000"/>
              </a:lnSpc>
              <a:spcBef>
                <a:spcPts val="36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100000"/>
              </a:lnSpc>
              <a:spcBef>
                <a:spcPts val="36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tr-TR" dirty="0"/>
              <a:t>Yanılmaz</a:t>
            </a:r>
          </a:p>
        </p:txBody>
      </p:sp>
      <p:sp>
        <p:nvSpPr>
          <p:cNvPr id="9" name="Content Placeholder 2">
            <a:extLst>
              <a:ext uri="{FF2B5EF4-FFF2-40B4-BE49-F238E27FC236}">
                <a16:creationId xmlns:a16="http://schemas.microsoft.com/office/drawing/2014/main" id="{4E5F7E9D-18ED-6FDD-C737-04D7297E35EC}"/>
              </a:ext>
            </a:extLst>
          </p:cNvPr>
          <p:cNvSpPr txBox="1">
            <a:spLocks/>
          </p:cNvSpPr>
          <p:nvPr/>
        </p:nvSpPr>
        <p:spPr>
          <a:xfrm>
            <a:off x="5722883" y="4359637"/>
            <a:ext cx="2869324" cy="441435"/>
          </a:xfrm>
          <a:prstGeom prst="rect">
            <a:avLst/>
          </a:prstGeom>
        </p:spPr>
        <p:txBody>
          <a:bodyPr vert="horz" lIns="0" tIns="0" rIns="0" bIns="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sz="2400" kern="1200">
                <a:solidFill>
                  <a:schemeClr val="accent6"/>
                </a:solidFill>
                <a:latin typeface="+mn-lt"/>
                <a:ea typeface="+mn-ea"/>
                <a:cs typeface="+mn-cs"/>
              </a:defRPr>
            </a:lvl1pPr>
            <a:lvl2pPr marL="457200" indent="0" algn="l" defTabSz="914400" rtl="0" eaLnBrk="1" latinLnBrk="0" hangingPunct="1">
              <a:lnSpc>
                <a:spcPct val="100000"/>
              </a:lnSpc>
              <a:spcBef>
                <a:spcPts val="36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100000"/>
              </a:lnSpc>
              <a:spcBef>
                <a:spcPts val="36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100000"/>
              </a:lnSpc>
              <a:spcBef>
                <a:spcPts val="36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100000"/>
              </a:lnSpc>
              <a:spcBef>
                <a:spcPts val="36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tr-TR" dirty="0"/>
              <a:t>Seçilmiş/Meşru</a:t>
            </a:r>
          </a:p>
        </p:txBody>
      </p:sp>
      <p:sp>
        <p:nvSpPr>
          <p:cNvPr id="10" name="Content Placeholder 2">
            <a:extLst>
              <a:ext uri="{FF2B5EF4-FFF2-40B4-BE49-F238E27FC236}">
                <a16:creationId xmlns:a16="http://schemas.microsoft.com/office/drawing/2014/main" id="{92F78993-69CE-68C0-EEBA-4BC30C610E04}"/>
              </a:ext>
            </a:extLst>
          </p:cNvPr>
          <p:cNvSpPr txBox="1">
            <a:spLocks/>
          </p:cNvSpPr>
          <p:nvPr/>
        </p:nvSpPr>
        <p:spPr>
          <a:xfrm>
            <a:off x="2307021" y="4546891"/>
            <a:ext cx="2869324" cy="441435"/>
          </a:xfrm>
          <a:prstGeom prst="rect">
            <a:avLst/>
          </a:prstGeom>
        </p:spPr>
        <p:txBody>
          <a:bodyPr vert="horz" lIns="0" tIns="0" rIns="0" bIns="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sz="2400" kern="1200">
                <a:solidFill>
                  <a:schemeClr val="accent6"/>
                </a:solidFill>
                <a:latin typeface="+mn-lt"/>
                <a:ea typeface="+mn-ea"/>
                <a:cs typeface="+mn-cs"/>
              </a:defRPr>
            </a:lvl1pPr>
            <a:lvl2pPr marL="457200" indent="0" algn="l" defTabSz="914400" rtl="0" eaLnBrk="1" latinLnBrk="0" hangingPunct="1">
              <a:lnSpc>
                <a:spcPct val="100000"/>
              </a:lnSpc>
              <a:spcBef>
                <a:spcPts val="36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100000"/>
              </a:lnSpc>
              <a:spcBef>
                <a:spcPts val="36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100000"/>
              </a:lnSpc>
              <a:spcBef>
                <a:spcPts val="36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100000"/>
              </a:lnSpc>
              <a:spcBef>
                <a:spcPts val="36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tr-TR" dirty="0"/>
              <a:t>Bölünmez</a:t>
            </a:r>
          </a:p>
        </p:txBody>
      </p:sp>
      <p:sp>
        <p:nvSpPr>
          <p:cNvPr id="11" name="Content Placeholder 2">
            <a:extLst>
              <a:ext uri="{FF2B5EF4-FFF2-40B4-BE49-F238E27FC236}">
                <a16:creationId xmlns:a16="http://schemas.microsoft.com/office/drawing/2014/main" id="{619A1702-73BF-A952-E0ED-1B900ED136C7}"/>
              </a:ext>
            </a:extLst>
          </p:cNvPr>
          <p:cNvSpPr txBox="1">
            <a:spLocks/>
          </p:cNvSpPr>
          <p:nvPr/>
        </p:nvSpPr>
        <p:spPr>
          <a:xfrm>
            <a:off x="4419600" y="5875686"/>
            <a:ext cx="2869324" cy="441435"/>
          </a:xfrm>
          <a:prstGeom prst="rect">
            <a:avLst/>
          </a:prstGeom>
        </p:spPr>
        <p:txBody>
          <a:bodyPr vert="horz" lIns="0" tIns="0" rIns="0" bIns="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sz="2400" kern="1200">
                <a:solidFill>
                  <a:schemeClr val="accent6"/>
                </a:solidFill>
                <a:latin typeface="+mn-lt"/>
                <a:ea typeface="+mn-ea"/>
                <a:cs typeface="+mn-cs"/>
              </a:defRPr>
            </a:lvl1pPr>
            <a:lvl2pPr marL="457200" indent="0" algn="l" defTabSz="914400" rtl="0" eaLnBrk="1" latinLnBrk="0" hangingPunct="1">
              <a:lnSpc>
                <a:spcPct val="100000"/>
              </a:lnSpc>
              <a:spcBef>
                <a:spcPts val="36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100000"/>
              </a:lnSpc>
              <a:spcBef>
                <a:spcPts val="36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100000"/>
              </a:lnSpc>
              <a:spcBef>
                <a:spcPts val="36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100000"/>
              </a:lnSpc>
              <a:spcBef>
                <a:spcPts val="36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tr-TR" dirty="0"/>
              <a:t>Devredilmez</a:t>
            </a:r>
          </a:p>
        </p:txBody>
      </p:sp>
    </p:spTree>
    <p:extLst>
      <p:ext uri="{BB962C8B-B14F-4D97-AF65-F5344CB8AC3E}">
        <p14:creationId xmlns:p14="http://schemas.microsoft.com/office/powerpoint/2010/main" val="31832093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p:txBody>
          <a:bodyPr/>
          <a:lstStyle/>
          <a:p>
            <a:r>
              <a:rPr lang="en-US" dirty="0" err="1"/>
              <a:t>Anayasa</a:t>
            </a:r>
            <a:r>
              <a:rPr lang="en-US" dirty="0"/>
              <a:t> </a:t>
            </a:r>
            <a:r>
              <a:rPr lang="en-US" dirty="0" err="1"/>
              <a:t>Yargısına</a:t>
            </a:r>
            <a:r>
              <a:rPr lang="en-US" dirty="0"/>
              <a:t> </a:t>
            </a:r>
            <a:r>
              <a:rPr lang="en-US" dirty="0" err="1"/>
              <a:t>Giriş</a:t>
            </a:r>
            <a:endParaRPr lang="en-US" dirty="0"/>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11</a:t>
            </a:fld>
            <a:endParaRPr lang="en-US" dirty="0"/>
          </a:p>
        </p:txBody>
      </p:sp>
      <p:sp>
        <p:nvSpPr>
          <p:cNvPr id="6" name="Content Placeholder 2">
            <a:extLst>
              <a:ext uri="{FF2B5EF4-FFF2-40B4-BE49-F238E27FC236}">
                <a16:creationId xmlns:a16="http://schemas.microsoft.com/office/drawing/2014/main" id="{7356187E-7E56-28DF-8B05-7CB9D18D0B13}"/>
              </a:ext>
            </a:extLst>
          </p:cNvPr>
          <p:cNvSpPr txBox="1">
            <a:spLocks/>
          </p:cNvSpPr>
          <p:nvPr/>
        </p:nvSpPr>
        <p:spPr>
          <a:xfrm>
            <a:off x="4224527" y="1435125"/>
            <a:ext cx="7547059" cy="3767496"/>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pPr>
            <a:r>
              <a:rPr lang="tr-TR" sz="2800" b="1" dirty="0"/>
              <a:t>3 – Halkın/milletin iradesinin vücut bulmuş hali olan parlamentonun yaptığı kanunları kim denetleyebilir?</a:t>
            </a:r>
          </a:p>
          <a:p>
            <a:endParaRPr lang="tr-TR" sz="2800" b="1" dirty="0"/>
          </a:p>
          <a:p>
            <a:endParaRPr lang="en-US" dirty="0"/>
          </a:p>
        </p:txBody>
      </p:sp>
      <p:sp>
        <p:nvSpPr>
          <p:cNvPr id="10" name="Content Placeholder 2">
            <a:extLst>
              <a:ext uri="{FF2B5EF4-FFF2-40B4-BE49-F238E27FC236}">
                <a16:creationId xmlns:a16="http://schemas.microsoft.com/office/drawing/2014/main" id="{92BF9542-76E2-BE0E-1168-4DB5FE0ACE44}"/>
              </a:ext>
            </a:extLst>
          </p:cNvPr>
          <p:cNvSpPr txBox="1">
            <a:spLocks/>
          </p:cNvSpPr>
          <p:nvPr/>
        </p:nvSpPr>
        <p:spPr>
          <a:xfrm>
            <a:off x="4224528" y="322275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14994549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p:txBody>
          <a:bodyPr/>
          <a:lstStyle/>
          <a:p>
            <a:r>
              <a:rPr lang="en-US" dirty="0" err="1"/>
              <a:t>Anayasa</a:t>
            </a:r>
            <a:r>
              <a:rPr lang="en-US" dirty="0"/>
              <a:t> </a:t>
            </a:r>
            <a:r>
              <a:rPr lang="en-US" dirty="0" err="1"/>
              <a:t>Yargısına</a:t>
            </a:r>
            <a:r>
              <a:rPr lang="en-US" dirty="0"/>
              <a:t> </a:t>
            </a:r>
            <a:r>
              <a:rPr lang="en-US" dirty="0" err="1"/>
              <a:t>Giriş</a:t>
            </a:r>
            <a:endParaRPr lang="en-US" dirty="0"/>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12</a:t>
            </a:fld>
            <a:endParaRPr lang="en-US" dirty="0"/>
          </a:p>
        </p:txBody>
      </p:sp>
      <p:sp>
        <p:nvSpPr>
          <p:cNvPr id="6" name="Content Placeholder 2">
            <a:extLst>
              <a:ext uri="{FF2B5EF4-FFF2-40B4-BE49-F238E27FC236}">
                <a16:creationId xmlns:a16="http://schemas.microsoft.com/office/drawing/2014/main" id="{7356187E-7E56-28DF-8B05-7CB9D18D0B13}"/>
              </a:ext>
            </a:extLst>
          </p:cNvPr>
          <p:cNvSpPr txBox="1">
            <a:spLocks/>
          </p:cNvSpPr>
          <p:nvPr/>
        </p:nvSpPr>
        <p:spPr>
          <a:xfrm>
            <a:off x="4224527" y="1435125"/>
            <a:ext cx="7547059" cy="3767496"/>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200000"/>
              </a:lnSpc>
              <a:buFont typeface="Arial" panose="020B0604020202020204" pitchFamily="34" charset="0"/>
              <a:buChar char="•"/>
            </a:pPr>
            <a:r>
              <a:rPr lang="tr-TR" sz="2800" b="1" dirty="0"/>
              <a:t>Siyasal Denetim</a:t>
            </a:r>
          </a:p>
          <a:p>
            <a:pPr marL="457200" indent="-457200">
              <a:lnSpc>
                <a:spcPct val="200000"/>
              </a:lnSpc>
              <a:buFont typeface="Arial" panose="020B0604020202020204" pitchFamily="34" charset="0"/>
              <a:buChar char="•"/>
            </a:pPr>
            <a:r>
              <a:rPr lang="tr-TR" sz="2800" b="1"/>
              <a:t>Yargısal Denetim</a:t>
            </a:r>
            <a:endParaRPr lang="tr-TR" sz="2800" b="1" dirty="0"/>
          </a:p>
          <a:p>
            <a:endParaRPr lang="tr-TR" sz="2800" b="1" dirty="0"/>
          </a:p>
          <a:p>
            <a:endParaRPr lang="en-US" dirty="0"/>
          </a:p>
        </p:txBody>
      </p:sp>
      <p:sp>
        <p:nvSpPr>
          <p:cNvPr id="10" name="Content Placeholder 2">
            <a:extLst>
              <a:ext uri="{FF2B5EF4-FFF2-40B4-BE49-F238E27FC236}">
                <a16:creationId xmlns:a16="http://schemas.microsoft.com/office/drawing/2014/main" id="{92BF9542-76E2-BE0E-1168-4DB5FE0ACE44}"/>
              </a:ext>
            </a:extLst>
          </p:cNvPr>
          <p:cNvSpPr txBox="1">
            <a:spLocks/>
          </p:cNvSpPr>
          <p:nvPr/>
        </p:nvSpPr>
        <p:spPr>
          <a:xfrm>
            <a:off x="4224528" y="322275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24720119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p:txBody>
          <a:bodyPr/>
          <a:lstStyle/>
          <a:p>
            <a:r>
              <a:rPr lang="en-US" dirty="0" err="1"/>
              <a:t>Anayasa</a:t>
            </a:r>
            <a:r>
              <a:rPr lang="en-US" dirty="0"/>
              <a:t> </a:t>
            </a:r>
            <a:r>
              <a:rPr lang="en-US" dirty="0" err="1"/>
              <a:t>Yargısına</a:t>
            </a:r>
            <a:r>
              <a:rPr lang="en-US" dirty="0"/>
              <a:t> </a:t>
            </a:r>
            <a:r>
              <a:rPr lang="en-US" dirty="0" err="1"/>
              <a:t>Giriş</a:t>
            </a:r>
            <a:endParaRPr lang="en-US" dirty="0"/>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13</a:t>
            </a:fld>
            <a:endParaRPr lang="en-US" dirty="0"/>
          </a:p>
        </p:txBody>
      </p:sp>
      <p:sp>
        <p:nvSpPr>
          <p:cNvPr id="6" name="Content Placeholder 2">
            <a:extLst>
              <a:ext uri="{FF2B5EF4-FFF2-40B4-BE49-F238E27FC236}">
                <a16:creationId xmlns:a16="http://schemas.microsoft.com/office/drawing/2014/main" id="{7356187E-7E56-28DF-8B05-7CB9D18D0B13}"/>
              </a:ext>
            </a:extLst>
          </p:cNvPr>
          <p:cNvSpPr txBox="1">
            <a:spLocks/>
          </p:cNvSpPr>
          <p:nvPr/>
        </p:nvSpPr>
        <p:spPr>
          <a:xfrm>
            <a:off x="4224527" y="1435125"/>
            <a:ext cx="7547059" cy="3767496"/>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2800" b="1" dirty="0" err="1"/>
              <a:t>Bonham</a:t>
            </a:r>
            <a:r>
              <a:rPr lang="tr-TR" sz="2800" b="1" dirty="0"/>
              <a:t> Davası 1610</a:t>
            </a:r>
          </a:p>
          <a:p>
            <a:endParaRPr lang="en-US" dirty="0"/>
          </a:p>
        </p:txBody>
      </p:sp>
      <p:sp>
        <p:nvSpPr>
          <p:cNvPr id="10" name="Content Placeholder 2">
            <a:extLst>
              <a:ext uri="{FF2B5EF4-FFF2-40B4-BE49-F238E27FC236}">
                <a16:creationId xmlns:a16="http://schemas.microsoft.com/office/drawing/2014/main" id="{92BF9542-76E2-BE0E-1168-4DB5FE0ACE44}"/>
              </a:ext>
            </a:extLst>
          </p:cNvPr>
          <p:cNvSpPr txBox="1">
            <a:spLocks/>
          </p:cNvSpPr>
          <p:nvPr/>
        </p:nvSpPr>
        <p:spPr>
          <a:xfrm>
            <a:off x="4224528" y="322275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2" name="Content Placeholder 2">
            <a:extLst>
              <a:ext uri="{FF2B5EF4-FFF2-40B4-BE49-F238E27FC236}">
                <a16:creationId xmlns:a16="http://schemas.microsoft.com/office/drawing/2014/main" id="{25A2650E-B31C-D06F-93DE-9404579E11CB}"/>
              </a:ext>
            </a:extLst>
          </p:cNvPr>
          <p:cNvSpPr>
            <a:spLocks noGrp="1"/>
          </p:cNvSpPr>
          <p:nvPr>
            <p:ph idx="1"/>
          </p:nvPr>
        </p:nvSpPr>
        <p:spPr>
          <a:xfrm>
            <a:off x="4038495" y="2522482"/>
            <a:ext cx="6772866" cy="2603062"/>
          </a:xfrm>
        </p:spPr>
        <p:txBody>
          <a:bodyPr/>
          <a:lstStyle/>
          <a:p>
            <a:pPr>
              <a:lnSpc>
                <a:spcPct val="150000"/>
              </a:lnSpc>
            </a:pPr>
            <a:r>
              <a:rPr lang="tr-TR" sz="1800" dirty="0"/>
              <a:t>Yargıç Edward </a:t>
            </a:r>
            <a:r>
              <a:rPr lang="tr-TR" sz="1800" dirty="0" err="1"/>
              <a:t>Coke</a:t>
            </a:r>
            <a:endParaRPr lang="tr-TR" sz="1800" dirty="0"/>
          </a:p>
          <a:p>
            <a:pPr>
              <a:lnSpc>
                <a:spcPct val="150000"/>
              </a:lnSpc>
            </a:pPr>
            <a:r>
              <a:rPr lang="tr-TR" sz="1800" dirty="0"/>
              <a:t>«Parlamento ve kral tarafından yapılan kanunların ortak hukuka (</a:t>
            </a:r>
            <a:r>
              <a:rPr lang="tr-TR" sz="1800" dirty="0" err="1"/>
              <a:t>common</a:t>
            </a:r>
            <a:r>
              <a:rPr lang="tr-TR" sz="1800" dirty="0"/>
              <a:t> </a:t>
            </a:r>
            <a:r>
              <a:rPr lang="tr-TR" sz="1800" dirty="0" err="1"/>
              <a:t>law</a:t>
            </a:r>
            <a:r>
              <a:rPr lang="tr-TR" sz="1800" dirty="0"/>
              <a:t>) aykırı olmaması gerektiği»</a:t>
            </a:r>
          </a:p>
        </p:txBody>
      </p:sp>
    </p:spTree>
    <p:extLst>
      <p:ext uri="{BB962C8B-B14F-4D97-AF65-F5344CB8AC3E}">
        <p14:creationId xmlns:p14="http://schemas.microsoft.com/office/powerpoint/2010/main" val="39878184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F3C3A-9656-4C89-ECE5-A9CF5CA63DDC}"/>
            </a:ext>
          </a:extLst>
        </p:cNvPr>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BB2B5FAF-9D09-0939-E47A-F539A5AA4AB4}"/>
              </a:ext>
            </a:extLst>
          </p:cNvPr>
          <p:cNvSpPr>
            <a:spLocks noGrp="1"/>
          </p:cNvSpPr>
          <p:nvPr>
            <p:ph type="ftr" sz="quarter" idx="11"/>
          </p:nvPr>
        </p:nvSpPr>
        <p:spPr/>
        <p:txBody>
          <a:bodyPr/>
          <a:lstStyle/>
          <a:p>
            <a:r>
              <a:rPr lang="en-US" dirty="0" err="1"/>
              <a:t>Anayasa</a:t>
            </a:r>
            <a:r>
              <a:rPr lang="en-US" dirty="0"/>
              <a:t> </a:t>
            </a:r>
            <a:r>
              <a:rPr lang="en-US" dirty="0" err="1"/>
              <a:t>Yargısına</a:t>
            </a:r>
            <a:r>
              <a:rPr lang="en-US" dirty="0"/>
              <a:t> </a:t>
            </a:r>
            <a:r>
              <a:rPr lang="en-US" dirty="0" err="1"/>
              <a:t>Giriş</a:t>
            </a:r>
            <a:endParaRPr lang="en-US" dirty="0"/>
          </a:p>
        </p:txBody>
      </p:sp>
      <p:sp>
        <p:nvSpPr>
          <p:cNvPr id="15" name="Slide Number Placeholder 14">
            <a:extLst>
              <a:ext uri="{FF2B5EF4-FFF2-40B4-BE49-F238E27FC236}">
                <a16:creationId xmlns:a16="http://schemas.microsoft.com/office/drawing/2014/main" id="{3DF054F8-53A8-9028-5F44-9B67A3442498}"/>
              </a:ext>
            </a:extLst>
          </p:cNvPr>
          <p:cNvSpPr>
            <a:spLocks noGrp="1"/>
          </p:cNvSpPr>
          <p:nvPr>
            <p:ph type="sldNum" sz="quarter" idx="12"/>
          </p:nvPr>
        </p:nvSpPr>
        <p:spPr/>
        <p:txBody>
          <a:bodyPr/>
          <a:lstStyle/>
          <a:p>
            <a:fld id="{48F63A3B-78C7-47BE-AE5E-E10140E04643}" type="slidenum">
              <a:rPr lang="en-US" smtClean="0"/>
              <a:t>14</a:t>
            </a:fld>
            <a:endParaRPr lang="en-US" dirty="0"/>
          </a:p>
        </p:txBody>
      </p:sp>
      <p:sp>
        <p:nvSpPr>
          <p:cNvPr id="6" name="Content Placeholder 2">
            <a:extLst>
              <a:ext uri="{FF2B5EF4-FFF2-40B4-BE49-F238E27FC236}">
                <a16:creationId xmlns:a16="http://schemas.microsoft.com/office/drawing/2014/main" id="{0123E6FA-E731-33BF-02A9-0D2E7A25DB3B}"/>
              </a:ext>
            </a:extLst>
          </p:cNvPr>
          <p:cNvSpPr txBox="1">
            <a:spLocks/>
          </p:cNvSpPr>
          <p:nvPr/>
        </p:nvSpPr>
        <p:spPr>
          <a:xfrm>
            <a:off x="4224527" y="1435125"/>
            <a:ext cx="7547059" cy="3767496"/>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2800" b="1" dirty="0" err="1"/>
              <a:t>Marbury</a:t>
            </a:r>
            <a:r>
              <a:rPr lang="tr-TR" sz="2800" b="1" dirty="0"/>
              <a:t> v. Madison (1803)</a:t>
            </a:r>
          </a:p>
          <a:p>
            <a:endParaRPr lang="en-US" dirty="0"/>
          </a:p>
        </p:txBody>
      </p:sp>
      <p:sp>
        <p:nvSpPr>
          <p:cNvPr id="10" name="Content Placeholder 2">
            <a:extLst>
              <a:ext uri="{FF2B5EF4-FFF2-40B4-BE49-F238E27FC236}">
                <a16:creationId xmlns:a16="http://schemas.microsoft.com/office/drawing/2014/main" id="{10D24EDA-1879-F185-36FE-B0E46B6219A8}"/>
              </a:ext>
            </a:extLst>
          </p:cNvPr>
          <p:cNvSpPr txBox="1">
            <a:spLocks/>
          </p:cNvSpPr>
          <p:nvPr/>
        </p:nvSpPr>
        <p:spPr>
          <a:xfrm>
            <a:off x="4224528" y="322275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2" name="Content Placeholder 2">
            <a:extLst>
              <a:ext uri="{FF2B5EF4-FFF2-40B4-BE49-F238E27FC236}">
                <a16:creationId xmlns:a16="http://schemas.microsoft.com/office/drawing/2014/main" id="{DB34A584-E263-2C78-8841-9D8691464134}"/>
              </a:ext>
            </a:extLst>
          </p:cNvPr>
          <p:cNvSpPr>
            <a:spLocks noGrp="1"/>
          </p:cNvSpPr>
          <p:nvPr>
            <p:ph idx="1"/>
          </p:nvPr>
        </p:nvSpPr>
        <p:spPr>
          <a:xfrm>
            <a:off x="4038495" y="2522482"/>
            <a:ext cx="6772866" cy="2603062"/>
          </a:xfrm>
        </p:spPr>
        <p:txBody>
          <a:bodyPr/>
          <a:lstStyle/>
          <a:p>
            <a:pPr>
              <a:lnSpc>
                <a:spcPct val="150000"/>
              </a:lnSpc>
            </a:pPr>
            <a:r>
              <a:rPr lang="tr-TR" sz="1800" dirty="0"/>
              <a:t>1) Anayasa ya alelade kanunlar gibi değiştirilemeyen üstün bir kanundur; ya da yasama organının dilediği zaman değiştirebileceği, alelade kanunlarla aynı düzeyde bir metindir.</a:t>
            </a:r>
          </a:p>
        </p:txBody>
      </p:sp>
    </p:spTree>
    <p:extLst>
      <p:ext uri="{BB962C8B-B14F-4D97-AF65-F5344CB8AC3E}">
        <p14:creationId xmlns:p14="http://schemas.microsoft.com/office/powerpoint/2010/main" val="20590550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p:txBody>
          <a:bodyPr/>
          <a:lstStyle/>
          <a:p>
            <a:r>
              <a:rPr lang="en-US" dirty="0" err="1"/>
              <a:t>Anayasa</a:t>
            </a:r>
            <a:r>
              <a:rPr lang="en-US" dirty="0"/>
              <a:t> </a:t>
            </a:r>
            <a:r>
              <a:rPr lang="en-US" dirty="0" err="1"/>
              <a:t>Yargısına</a:t>
            </a:r>
            <a:r>
              <a:rPr lang="en-US" dirty="0"/>
              <a:t> </a:t>
            </a:r>
            <a:r>
              <a:rPr lang="en-US" dirty="0" err="1"/>
              <a:t>Giriş</a:t>
            </a:r>
            <a:endParaRPr lang="en-US" dirty="0"/>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15</a:t>
            </a:fld>
            <a:endParaRPr lang="en-US" dirty="0"/>
          </a:p>
        </p:txBody>
      </p:sp>
      <p:sp>
        <p:nvSpPr>
          <p:cNvPr id="6" name="Content Placeholder 2">
            <a:extLst>
              <a:ext uri="{FF2B5EF4-FFF2-40B4-BE49-F238E27FC236}">
                <a16:creationId xmlns:a16="http://schemas.microsoft.com/office/drawing/2014/main" id="{7356187E-7E56-28DF-8B05-7CB9D18D0B13}"/>
              </a:ext>
            </a:extLst>
          </p:cNvPr>
          <p:cNvSpPr txBox="1">
            <a:spLocks/>
          </p:cNvSpPr>
          <p:nvPr/>
        </p:nvSpPr>
        <p:spPr>
          <a:xfrm>
            <a:off x="4224527" y="1435125"/>
            <a:ext cx="7547059" cy="3767496"/>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2800" b="1" dirty="0" err="1"/>
              <a:t>Marbury</a:t>
            </a:r>
            <a:r>
              <a:rPr lang="tr-TR" sz="2800" b="1" dirty="0"/>
              <a:t> v. Madison (1803)</a:t>
            </a:r>
          </a:p>
          <a:p>
            <a:endParaRPr lang="en-US" dirty="0"/>
          </a:p>
        </p:txBody>
      </p:sp>
      <p:sp>
        <p:nvSpPr>
          <p:cNvPr id="10" name="Content Placeholder 2">
            <a:extLst>
              <a:ext uri="{FF2B5EF4-FFF2-40B4-BE49-F238E27FC236}">
                <a16:creationId xmlns:a16="http://schemas.microsoft.com/office/drawing/2014/main" id="{92BF9542-76E2-BE0E-1168-4DB5FE0ACE44}"/>
              </a:ext>
            </a:extLst>
          </p:cNvPr>
          <p:cNvSpPr txBox="1">
            <a:spLocks/>
          </p:cNvSpPr>
          <p:nvPr/>
        </p:nvSpPr>
        <p:spPr>
          <a:xfrm>
            <a:off x="4224528" y="322275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2" name="Content Placeholder 2">
            <a:extLst>
              <a:ext uri="{FF2B5EF4-FFF2-40B4-BE49-F238E27FC236}">
                <a16:creationId xmlns:a16="http://schemas.microsoft.com/office/drawing/2014/main" id="{25A2650E-B31C-D06F-93DE-9404579E11CB}"/>
              </a:ext>
            </a:extLst>
          </p:cNvPr>
          <p:cNvSpPr>
            <a:spLocks noGrp="1"/>
          </p:cNvSpPr>
          <p:nvPr>
            <p:ph idx="1"/>
          </p:nvPr>
        </p:nvSpPr>
        <p:spPr>
          <a:xfrm>
            <a:off x="4038495" y="2522482"/>
            <a:ext cx="6772866" cy="2603062"/>
          </a:xfrm>
        </p:spPr>
        <p:txBody>
          <a:bodyPr/>
          <a:lstStyle/>
          <a:p>
            <a:pPr>
              <a:lnSpc>
                <a:spcPct val="150000"/>
              </a:lnSpc>
            </a:pPr>
            <a:r>
              <a:rPr lang="tr-TR" sz="1800" dirty="0"/>
              <a:t>2) Eğer ilki doğruysa yasama organının anayasaya aykırı olan işlemleri kanun değildir.</a:t>
            </a:r>
          </a:p>
          <a:p>
            <a:pPr>
              <a:lnSpc>
                <a:spcPct val="150000"/>
              </a:lnSpc>
            </a:pPr>
            <a:r>
              <a:rPr lang="tr-TR" sz="1800" dirty="0"/>
              <a:t>İkinci şık doğruysa yazılı ve sert bir anayasanın hiçbir anlamı kalmaz. Öyleyse sınırlı bir hükümetle mutlak yetkili hükümet arasındaki fark da ortadan kalkar. </a:t>
            </a:r>
          </a:p>
        </p:txBody>
      </p:sp>
    </p:spTree>
    <p:extLst>
      <p:ext uri="{BB962C8B-B14F-4D97-AF65-F5344CB8AC3E}">
        <p14:creationId xmlns:p14="http://schemas.microsoft.com/office/powerpoint/2010/main" val="19254336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p:txBody>
          <a:bodyPr/>
          <a:lstStyle/>
          <a:p>
            <a:r>
              <a:rPr lang="en-US" dirty="0" err="1"/>
              <a:t>Anayasa</a:t>
            </a:r>
            <a:r>
              <a:rPr lang="en-US" dirty="0"/>
              <a:t> </a:t>
            </a:r>
            <a:r>
              <a:rPr lang="en-US" dirty="0" err="1"/>
              <a:t>Yargısına</a:t>
            </a:r>
            <a:r>
              <a:rPr lang="en-US" dirty="0"/>
              <a:t> </a:t>
            </a:r>
            <a:r>
              <a:rPr lang="en-US" dirty="0" err="1"/>
              <a:t>Giriş</a:t>
            </a:r>
            <a:endParaRPr lang="en-US" dirty="0"/>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16</a:t>
            </a:fld>
            <a:endParaRPr lang="en-US" dirty="0"/>
          </a:p>
        </p:txBody>
      </p:sp>
      <p:sp>
        <p:nvSpPr>
          <p:cNvPr id="6" name="Content Placeholder 2">
            <a:extLst>
              <a:ext uri="{FF2B5EF4-FFF2-40B4-BE49-F238E27FC236}">
                <a16:creationId xmlns:a16="http://schemas.microsoft.com/office/drawing/2014/main" id="{7356187E-7E56-28DF-8B05-7CB9D18D0B13}"/>
              </a:ext>
            </a:extLst>
          </p:cNvPr>
          <p:cNvSpPr txBox="1">
            <a:spLocks/>
          </p:cNvSpPr>
          <p:nvPr/>
        </p:nvSpPr>
        <p:spPr>
          <a:xfrm>
            <a:off x="4224527" y="1435125"/>
            <a:ext cx="7547059" cy="3767496"/>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2800" b="1" dirty="0" err="1"/>
              <a:t>Marbury</a:t>
            </a:r>
            <a:r>
              <a:rPr lang="tr-TR" sz="2800" b="1" dirty="0"/>
              <a:t> v. Madison (1803)</a:t>
            </a:r>
          </a:p>
          <a:p>
            <a:endParaRPr lang="en-US" dirty="0"/>
          </a:p>
        </p:txBody>
      </p:sp>
      <p:sp>
        <p:nvSpPr>
          <p:cNvPr id="10" name="Content Placeholder 2">
            <a:extLst>
              <a:ext uri="{FF2B5EF4-FFF2-40B4-BE49-F238E27FC236}">
                <a16:creationId xmlns:a16="http://schemas.microsoft.com/office/drawing/2014/main" id="{92BF9542-76E2-BE0E-1168-4DB5FE0ACE44}"/>
              </a:ext>
            </a:extLst>
          </p:cNvPr>
          <p:cNvSpPr txBox="1">
            <a:spLocks/>
          </p:cNvSpPr>
          <p:nvPr/>
        </p:nvSpPr>
        <p:spPr>
          <a:xfrm>
            <a:off x="4224528" y="322275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2" name="Content Placeholder 2">
            <a:extLst>
              <a:ext uri="{FF2B5EF4-FFF2-40B4-BE49-F238E27FC236}">
                <a16:creationId xmlns:a16="http://schemas.microsoft.com/office/drawing/2014/main" id="{25A2650E-B31C-D06F-93DE-9404579E11CB}"/>
              </a:ext>
            </a:extLst>
          </p:cNvPr>
          <p:cNvSpPr>
            <a:spLocks noGrp="1"/>
          </p:cNvSpPr>
          <p:nvPr>
            <p:ph idx="1"/>
          </p:nvPr>
        </p:nvSpPr>
        <p:spPr>
          <a:xfrm>
            <a:off x="4038495" y="2522482"/>
            <a:ext cx="6772866" cy="2603062"/>
          </a:xfrm>
        </p:spPr>
        <p:txBody>
          <a:bodyPr/>
          <a:lstStyle/>
          <a:p>
            <a:pPr>
              <a:lnSpc>
                <a:spcPct val="150000"/>
              </a:lnSpc>
            </a:pPr>
            <a:r>
              <a:rPr lang="tr-TR" sz="1800" dirty="0"/>
              <a:t>3) Yargı erkinin başlıca görevi hukukun ne olduğunu beyan etmektir. Mahkeme dava konusu olan somut bir olay dolayısıyla, birbiri ile çatışan iki hukuk normu arasında kalırsa bunlardan her birinin uygulama alanını belirlemeye mecburdur. </a:t>
            </a:r>
          </a:p>
        </p:txBody>
      </p:sp>
    </p:spTree>
    <p:extLst>
      <p:ext uri="{BB962C8B-B14F-4D97-AF65-F5344CB8AC3E}">
        <p14:creationId xmlns:p14="http://schemas.microsoft.com/office/powerpoint/2010/main" val="3308604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p:txBody>
          <a:bodyPr/>
          <a:lstStyle/>
          <a:p>
            <a:r>
              <a:rPr lang="en-US" dirty="0" err="1"/>
              <a:t>Anayasa</a:t>
            </a:r>
            <a:r>
              <a:rPr lang="en-US" dirty="0"/>
              <a:t> </a:t>
            </a:r>
            <a:r>
              <a:rPr lang="en-US" dirty="0" err="1"/>
              <a:t>Yargısına</a:t>
            </a:r>
            <a:r>
              <a:rPr lang="en-US" dirty="0"/>
              <a:t> </a:t>
            </a:r>
            <a:r>
              <a:rPr lang="en-US" dirty="0" err="1"/>
              <a:t>Giriş</a:t>
            </a:r>
            <a:endParaRPr lang="en-US" dirty="0"/>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17</a:t>
            </a:fld>
            <a:endParaRPr lang="en-US" dirty="0"/>
          </a:p>
        </p:txBody>
      </p:sp>
      <p:sp>
        <p:nvSpPr>
          <p:cNvPr id="6" name="Content Placeholder 2">
            <a:extLst>
              <a:ext uri="{FF2B5EF4-FFF2-40B4-BE49-F238E27FC236}">
                <a16:creationId xmlns:a16="http://schemas.microsoft.com/office/drawing/2014/main" id="{7356187E-7E56-28DF-8B05-7CB9D18D0B13}"/>
              </a:ext>
            </a:extLst>
          </p:cNvPr>
          <p:cNvSpPr txBox="1">
            <a:spLocks/>
          </p:cNvSpPr>
          <p:nvPr/>
        </p:nvSpPr>
        <p:spPr>
          <a:xfrm>
            <a:off x="4224527" y="1435125"/>
            <a:ext cx="7547059" cy="3767496"/>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2800" b="1" dirty="0" err="1"/>
              <a:t>Marbury</a:t>
            </a:r>
            <a:r>
              <a:rPr lang="tr-TR" sz="2800" b="1" dirty="0"/>
              <a:t> v. Madison (1803)</a:t>
            </a:r>
          </a:p>
          <a:p>
            <a:endParaRPr lang="en-US" dirty="0"/>
          </a:p>
        </p:txBody>
      </p:sp>
      <p:sp>
        <p:nvSpPr>
          <p:cNvPr id="10" name="Content Placeholder 2">
            <a:extLst>
              <a:ext uri="{FF2B5EF4-FFF2-40B4-BE49-F238E27FC236}">
                <a16:creationId xmlns:a16="http://schemas.microsoft.com/office/drawing/2014/main" id="{92BF9542-76E2-BE0E-1168-4DB5FE0ACE44}"/>
              </a:ext>
            </a:extLst>
          </p:cNvPr>
          <p:cNvSpPr txBox="1">
            <a:spLocks/>
          </p:cNvSpPr>
          <p:nvPr/>
        </p:nvSpPr>
        <p:spPr>
          <a:xfrm>
            <a:off x="4224528" y="322275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2" name="Content Placeholder 2">
            <a:extLst>
              <a:ext uri="{FF2B5EF4-FFF2-40B4-BE49-F238E27FC236}">
                <a16:creationId xmlns:a16="http://schemas.microsoft.com/office/drawing/2014/main" id="{25A2650E-B31C-D06F-93DE-9404579E11CB}"/>
              </a:ext>
            </a:extLst>
          </p:cNvPr>
          <p:cNvSpPr>
            <a:spLocks noGrp="1"/>
          </p:cNvSpPr>
          <p:nvPr>
            <p:ph idx="1"/>
          </p:nvPr>
        </p:nvSpPr>
        <p:spPr>
          <a:xfrm>
            <a:off x="4038495" y="2522482"/>
            <a:ext cx="6772866" cy="2603062"/>
          </a:xfrm>
        </p:spPr>
        <p:txBody>
          <a:bodyPr/>
          <a:lstStyle/>
          <a:p>
            <a:pPr>
              <a:lnSpc>
                <a:spcPct val="150000"/>
              </a:lnSpc>
            </a:pPr>
            <a:r>
              <a:rPr lang="tr-TR" sz="1800" dirty="0"/>
              <a:t>4) Bir kanun anayasaya aykırı olursa, belli bir olay hakkında kanunda da anayasada da uygulanacak kural varsa mahkeme;</a:t>
            </a:r>
          </a:p>
          <a:p>
            <a:pPr marL="285750" indent="-285750">
              <a:lnSpc>
                <a:spcPct val="150000"/>
              </a:lnSpc>
              <a:buFont typeface="Arial" panose="020B0604020202020204" pitchFamily="34" charset="0"/>
              <a:buChar char="•"/>
            </a:pPr>
            <a:r>
              <a:rPr lang="tr-TR" sz="1800" dirty="0"/>
              <a:t>Ya bu davayı kanuna göre halledecek</a:t>
            </a:r>
          </a:p>
          <a:p>
            <a:pPr marL="285750" indent="-285750">
              <a:lnSpc>
                <a:spcPct val="150000"/>
              </a:lnSpc>
              <a:buFont typeface="Arial" panose="020B0604020202020204" pitchFamily="34" charset="0"/>
              <a:buChar char="•"/>
            </a:pPr>
            <a:r>
              <a:rPr lang="tr-TR" sz="1800" dirty="0"/>
              <a:t>Yahut da anayasaya göre hallederek kanunu ihmal edecektir.</a:t>
            </a:r>
          </a:p>
          <a:p>
            <a:pPr>
              <a:lnSpc>
                <a:spcPct val="150000"/>
              </a:lnSpc>
            </a:pPr>
            <a:r>
              <a:rPr lang="tr-TR" sz="1800" dirty="0"/>
              <a:t>Bu doğrudan doğruya yargı görevinin kendisidir, özüdür. </a:t>
            </a:r>
          </a:p>
        </p:txBody>
      </p:sp>
    </p:spTree>
    <p:extLst>
      <p:ext uri="{BB962C8B-B14F-4D97-AF65-F5344CB8AC3E}">
        <p14:creationId xmlns:p14="http://schemas.microsoft.com/office/powerpoint/2010/main" val="16598762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p:txBody>
          <a:bodyPr/>
          <a:lstStyle/>
          <a:p>
            <a:r>
              <a:rPr lang="en-US" dirty="0" err="1"/>
              <a:t>Anayasa</a:t>
            </a:r>
            <a:r>
              <a:rPr lang="en-US" dirty="0"/>
              <a:t> </a:t>
            </a:r>
            <a:r>
              <a:rPr lang="en-US" dirty="0" err="1"/>
              <a:t>Yargısına</a:t>
            </a:r>
            <a:r>
              <a:rPr lang="en-US" dirty="0"/>
              <a:t> </a:t>
            </a:r>
            <a:r>
              <a:rPr lang="en-US" dirty="0" err="1"/>
              <a:t>Giriş</a:t>
            </a:r>
            <a:endParaRPr lang="en-US" dirty="0"/>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18</a:t>
            </a:fld>
            <a:endParaRPr lang="en-US" dirty="0"/>
          </a:p>
        </p:txBody>
      </p:sp>
      <p:sp>
        <p:nvSpPr>
          <p:cNvPr id="6" name="Content Placeholder 2">
            <a:extLst>
              <a:ext uri="{FF2B5EF4-FFF2-40B4-BE49-F238E27FC236}">
                <a16:creationId xmlns:a16="http://schemas.microsoft.com/office/drawing/2014/main" id="{7356187E-7E56-28DF-8B05-7CB9D18D0B13}"/>
              </a:ext>
            </a:extLst>
          </p:cNvPr>
          <p:cNvSpPr txBox="1">
            <a:spLocks/>
          </p:cNvSpPr>
          <p:nvPr/>
        </p:nvSpPr>
        <p:spPr>
          <a:xfrm>
            <a:off x="4224527" y="1435125"/>
            <a:ext cx="7547059" cy="3767496"/>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2800" b="1" dirty="0" err="1"/>
              <a:t>Marbury</a:t>
            </a:r>
            <a:r>
              <a:rPr lang="tr-TR" sz="2800" b="1" dirty="0"/>
              <a:t> v. Madison (1803)</a:t>
            </a:r>
          </a:p>
          <a:p>
            <a:endParaRPr lang="en-US" dirty="0"/>
          </a:p>
        </p:txBody>
      </p:sp>
      <p:sp>
        <p:nvSpPr>
          <p:cNvPr id="10" name="Content Placeholder 2">
            <a:extLst>
              <a:ext uri="{FF2B5EF4-FFF2-40B4-BE49-F238E27FC236}">
                <a16:creationId xmlns:a16="http://schemas.microsoft.com/office/drawing/2014/main" id="{92BF9542-76E2-BE0E-1168-4DB5FE0ACE44}"/>
              </a:ext>
            </a:extLst>
          </p:cNvPr>
          <p:cNvSpPr txBox="1">
            <a:spLocks/>
          </p:cNvSpPr>
          <p:nvPr/>
        </p:nvSpPr>
        <p:spPr>
          <a:xfrm>
            <a:off x="4224528" y="322275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2" name="Content Placeholder 2">
            <a:extLst>
              <a:ext uri="{FF2B5EF4-FFF2-40B4-BE49-F238E27FC236}">
                <a16:creationId xmlns:a16="http://schemas.microsoft.com/office/drawing/2014/main" id="{25A2650E-B31C-D06F-93DE-9404579E11CB}"/>
              </a:ext>
            </a:extLst>
          </p:cNvPr>
          <p:cNvSpPr>
            <a:spLocks noGrp="1"/>
          </p:cNvSpPr>
          <p:nvPr>
            <p:ph idx="1"/>
          </p:nvPr>
        </p:nvSpPr>
        <p:spPr>
          <a:xfrm>
            <a:off x="4038495" y="2522482"/>
            <a:ext cx="6772866" cy="2603062"/>
          </a:xfrm>
        </p:spPr>
        <p:txBody>
          <a:bodyPr/>
          <a:lstStyle/>
          <a:p>
            <a:pPr>
              <a:lnSpc>
                <a:spcPct val="150000"/>
              </a:lnSpc>
            </a:pPr>
            <a:r>
              <a:rPr lang="tr-TR" sz="1800" dirty="0"/>
              <a:t>5) Şu halde mahkemeler Anayasayı göz önüne alacaklarsa ve Anayasa yasama organının alelade işlemlerinden üstünse, kanunla Anayasanın çarpışması halinde, olay, kanuna göre değil Anayasaya göre çözülmelidir. </a:t>
            </a:r>
          </a:p>
        </p:txBody>
      </p:sp>
    </p:spTree>
    <p:extLst>
      <p:ext uri="{BB962C8B-B14F-4D97-AF65-F5344CB8AC3E}">
        <p14:creationId xmlns:p14="http://schemas.microsoft.com/office/powerpoint/2010/main" val="11752047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p:txBody>
          <a:bodyPr/>
          <a:lstStyle/>
          <a:p>
            <a:r>
              <a:rPr lang="en-US" dirty="0" err="1"/>
              <a:t>Anayasa</a:t>
            </a:r>
            <a:r>
              <a:rPr lang="en-US" dirty="0"/>
              <a:t> </a:t>
            </a:r>
            <a:r>
              <a:rPr lang="en-US" dirty="0" err="1"/>
              <a:t>Yargısına</a:t>
            </a:r>
            <a:r>
              <a:rPr lang="en-US" dirty="0"/>
              <a:t> </a:t>
            </a:r>
            <a:r>
              <a:rPr lang="en-US" dirty="0" err="1"/>
              <a:t>Giriş</a:t>
            </a:r>
            <a:endParaRPr lang="en-US" dirty="0"/>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19</a:t>
            </a:fld>
            <a:endParaRPr lang="en-US" dirty="0"/>
          </a:p>
        </p:txBody>
      </p:sp>
      <p:sp>
        <p:nvSpPr>
          <p:cNvPr id="6" name="Content Placeholder 2">
            <a:extLst>
              <a:ext uri="{FF2B5EF4-FFF2-40B4-BE49-F238E27FC236}">
                <a16:creationId xmlns:a16="http://schemas.microsoft.com/office/drawing/2014/main" id="{7356187E-7E56-28DF-8B05-7CB9D18D0B13}"/>
              </a:ext>
            </a:extLst>
          </p:cNvPr>
          <p:cNvSpPr txBox="1">
            <a:spLocks/>
          </p:cNvSpPr>
          <p:nvPr/>
        </p:nvSpPr>
        <p:spPr>
          <a:xfrm>
            <a:off x="4224527" y="1435125"/>
            <a:ext cx="7547059" cy="3767496"/>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2800" b="1" dirty="0"/>
              <a:t>Kıta </a:t>
            </a:r>
            <a:r>
              <a:rPr lang="tr-TR" sz="2800" b="1" dirty="0" err="1"/>
              <a:t>Avrupasında</a:t>
            </a:r>
            <a:r>
              <a:rPr lang="tr-TR" sz="2800" b="1" dirty="0"/>
              <a:t> Anayasa Yargısının Gelişimi</a:t>
            </a:r>
          </a:p>
          <a:p>
            <a:endParaRPr lang="en-US" dirty="0"/>
          </a:p>
        </p:txBody>
      </p:sp>
      <p:sp>
        <p:nvSpPr>
          <p:cNvPr id="10" name="Content Placeholder 2">
            <a:extLst>
              <a:ext uri="{FF2B5EF4-FFF2-40B4-BE49-F238E27FC236}">
                <a16:creationId xmlns:a16="http://schemas.microsoft.com/office/drawing/2014/main" id="{92BF9542-76E2-BE0E-1168-4DB5FE0ACE44}"/>
              </a:ext>
            </a:extLst>
          </p:cNvPr>
          <p:cNvSpPr txBox="1">
            <a:spLocks/>
          </p:cNvSpPr>
          <p:nvPr/>
        </p:nvSpPr>
        <p:spPr>
          <a:xfrm>
            <a:off x="4224528" y="322275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2" name="Content Placeholder 2">
            <a:extLst>
              <a:ext uri="{FF2B5EF4-FFF2-40B4-BE49-F238E27FC236}">
                <a16:creationId xmlns:a16="http://schemas.microsoft.com/office/drawing/2014/main" id="{25A2650E-B31C-D06F-93DE-9404579E11CB}"/>
              </a:ext>
            </a:extLst>
          </p:cNvPr>
          <p:cNvSpPr>
            <a:spLocks noGrp="1"/>
          </p:cNvSpPr>
          <p:nvPr>
            <p:ph idx="1"/>
          </p:nvPr>
        </p:nvSpPr>
        <p:spPr>
          <a:xfrm>
            <a:off x="4038495" y="2522482"/>
            <a:ext cx="6772866" cy="2603062"/>
          </a:xfrm>
        </p:spPr>
        <p:txBody>
          <a:bodyPr/>
          <a:lstStyle/>
          <a:p>
            <a:pPr marL="285750" indent="-285750">
              <a:lnSpc>
                <a:spcPct val="150000"/>
              </a:lnSpc>
              <a:buFont typeface="Arial" panose="020B0604020202020204" pitchFamily="34" charset="0"/>
              <a:buChar char="•"/>
            </a:pPr>
            <a:r>
              <a:rPr lang="tr-TR" sz="1800" b="1" dirty="0"/>
              <a:t>Parlamentonun üstünlüğü</a:t>
            </a:r>
          </a:p>
          <a:p>
            <a:pPr marL="285750" indent="-285750">
              <a:lnSpc>
                <a:spcPct val="150000"/>
              </a:lnSpc>
              <a:buFont typeface="Arial" panose="020B0604020202020204" pitchFamily="34" charset="0"/>
              <a:buChar char="•"/>
            </a:pPr>
            <a:r>
              <a:rPr lang="tr-TR" sz="1800" b="1" dirty="0"/>
              <a:t>«Yeni Efendi» ihtimalinden korku</a:t>
            </a:r>
          </a:p>
          <a:p>
            <a:pPr marL="285750" indent="-285750">
              <a:lnSpc>
                <a:spcPct val="150000"/>
              </a:lnSpc>
              <a:buFont typeface="Arial" panose="020B0604020202020204" pitchFamily="34" charset="0"/>
              <a:buChar char="•"/>
            </a:pPr>
            <a:r>
              <a:rPr lang="tr-TR" sz="1800" b="1" dirty="0"/>
              <a:t>İkinci dalga</a:t>
            </a:r>
          </a:p>
          <a:p>
            <a:pPr>
              <a:lnSpc>
                <a:spcPct val="150000"/>
              </a:lnSpc>
            </a:pPr>
            <a:r>
              <a:rPr lang="tr-TR" sz="1800" b="1" dirty="0"/>
              <a:t>1947 İtalya			1946 Japonya</a:t>
            </a:r>
          </a:p>
          <a:p>
            <a:pPr>
              <a:lnSpc>
                <a:spcPct val="150000"/>
              </a:lnSpc>
            </a:pPr>
            <a:r>
              <a:rPr lang="tr-TR" sz="1800" b="1" dirty="0"/>
              <a:t>1949 Batı Almanya		1949 Hindistan</a:t>
            </a:r>
          </a:p>
        </p:txBody>
      </p:sp>
    </p:spTree>
    <p:extLst>
      <p:ext uri="{BB962C8B-B14F-4D97-AF65-F5344CB8AC3E}">
        <p14:creationId xmlns:p14="http://schemas.microsoft.com/office/powerpoint/2010/main" val="6614995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p:txBody>
          <a:bodyPr/>
          <a:lstStyle/>
          <a:p>
            <a:r>
              <a:rPr lang="en-US" dirty="0" err="1"/>
              <a:t>Anayasa</a:t>
            </a:r>
            <a:r>
              <a:rPr lang="en-US" dirty="0"/>
              <a:t> </a:t>
            </a:r>
            <a:r>
              <a:rPr lang="en-US" dirty="0" err="1"/>
              <a:t>Yargısına</a:t>
            </a:r>
            <a:r>
              <a:rPr lang="en-US" dirty="0"/>
              <a:t> </a:t>
            </a:r>
            <a:r>
              <a:rPr lang="en-US" dirty="0" err="1"/>
              <a:t>Giriş</a:t>
            </a:r>
            <a:endParaRPr lang="en-US" dirty="0"/>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20</a:t>
            </a:fld>
            <a:endParaRPr lang="en-US" dirty="0"/>
          </a:p>
        </p:txBody>
      </p:sp>
      <p:sp>
        <p:nvSpPr>
          <p:cNvPr id="6" name="Content Placeholder 2">
            <a:extLst>
              <a:ext uri="{FF2B5EF4-FFF2-40B4-BE49-F238E27FC236}">
                <a16:creationId xmlns:a16="http://schemas.microsoft.com/office/drawing/2014/main" id="{7356187E-7E56-28DF-8B05-7CB9D18D0B13}"/>
              </a:ext>
            </a:extLst>
          </p:cNvPr>
          <p:cNvSpPr txBox="1">
            <a:spLocks/>
          </p:cNvSpPr>
          <p:nvPr/>
        </p:nvSpPr>
        <p:spPr>
          <a:xfrm>
            <a:off x="4224527" y="1435125"/>
            <a:ext cx="7547059" cy="3767496"/>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2800" b="1" dirty="0"/>
              <a:t>Türkiye’de Anayasa Yargısının Gelişimi</a:t>
            </a:r>
          </a:p>
          <a:p>
            <a:endParaRPr lang="en-US" dirty="0"/>
          </a:p>
        </p:txBody>
      </p:sp>
      <p:sp>
        <p:nvSpPr>
          <p:cNvPr id="10" name="Content Placeholder 2">
            <a:extLst>
              <a:ext uri="{FF2B5EF4-FFF2-40B4-BE49-F238E27FC236}">
                <a16:creationId xmlns:a16="http://schemas.microsoft.com/office/drawing/2014/main" id="{92BF9542-76E2-BE0E-1168-4DB5FE0ACE44}"/>
              </a:ext>
            </a:extLst>
          </p:cNvPr>
          <p:cNvSpPr txBox="1">
            <a:spLocks/>
          </p:cNvSpPr>
          <p:nvPr/>
        </p:nvSpPr>
        <p:spPr>
          <a:xfrm>
            <a:off x="4224528" y="322275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2" name="Content Placeholder 2">
            <a:extLst>
              <a:ext uri="{FF2B5EF4-FFF2-40B4-BE49-F238E27FC236}">
                <a16:creationId xmlns:a16="http://schemas.microsoft.com/office/drawing/2014/main" id="{25A2650E-B31C-D06F-93DE-9404579E11CB}"/>
              </a:ext>
            </a:extLst>
          </p:cNvPr>
          <p:cNvSpPr>
            <a:spLocks noGrp="1"/>
          </p:cNvSpPr>
          <p:nvPr>
            <p:ph idx="1"/>
          </p:nvPr>
        </p:nvSpPr>
        <p:spPr>
          <a:xfrm>
            <a:off x="4038495" y="2522482"/>
            <a:ext cx="6772866" cy="2603062"/>
          </a:xfrm>
        </p:spPr>
        <p:txBody>
          <a:bodyPr/>
          <a:lstStyle/>
          <a:p>
            <a:pPr>
              <a:lnSpc>
                <a:spcPct val="150000"/>
              </a:lnSpc>
            </a:pPr>
            <a:r>
              <a:rPr lang="tr-TR" sz="1800" dirty="0"/>
              <a:t>1876 Kanun-i Esasi</a:t>
            </a:r>
          </a:p>
          <a:p>
            <a:pPr>
              <a:lnSpc>
                <a:spcPct val="150000"/>
              </a:lnSpc>
            </a:pPr>
            <a:r>
              <a:rPr lang="tr-TR" sz="1800" dirty="0"/>
              <a:t>1921 Anayasası</a:t>
            </a:r>
          </a:p>
          <a:p>
            <a:pPr>
              <a:lnSpc>
                <a:spcPct val="150000"/>
              </a:lnSpc>
            </a:pPr>
            <a:r>
              <a:rPr lang="tr-TR" sz="1800" dirty="0"/>
              <a:t>1924 Anayasası</a:t>
            </a:r>
          </a:p>
          <a:p>
            <a:pPr>
              <a:lnSpc>
                <a:spcPct val="150000"/>
              </a:lnSpc>
            </a:pPr>
            <a:r>
              <a:rPr lang="tr-TR" sz="1800" dirty="0"/>
              <a:t>1961 Anayasası</a:t>
            </a:r>
          </a:p>
          <a:p>
            <a:pPr marL="285750" indent="-285750">
              <a:lnSpc>
                <a:spcPct val="150000"/>
              </a:lnSpc>
              <a:buFont typeface="Arial" panose="020B0604020202020204" pitchFamily="34" charset="0"/>
              <a:buChar char="•"/>
            </a:pPr>
            <a:r>
              <a:rPr lang="tr-TR" sz="1600" dirty="0"/>
              <a:t>1971-1973 An. Değ. </a:t>
            </a:r>
          </a:p>
          <a:p>
            <a:pPr>
              <a:lnSpc>
                <a:spcPct val="150000"/>
              </a:lnSpc>
            </a:pPr>
            <a:r>
              <a:rPr lang="tr-TR" sz="1800" dirty="0"/>
              <a:t>1982 Anayasası</a:t>
            </a:r>
          </a:p>
        </p:txBody>
      </p:sp>
    </p:spTree>
    <p:extLst>
      <p:ext uri="{BB962C8B-B14F-4D97-AF65-F5344CB8AC3E}">
        <p14:creationId xmlns:p14="http://schemas.microsoft.com/office/powerpoint/2010/main" val="30195965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p:txBody>
          <a:bodyPr/>
          <a:lstStyle/>
          <a:p>
            <a:r>
              <a:rPr lang="en-US" dirty="0" err="1"/>
              <a:t>Anayasa</a:t>
            </a:r>
            <a:r>
              <a:rPr lang="en-US" dirty="0"/>
              <a:t> </a:t>
            </a:r>
            <a:r>
              <a:rPr lang="en-US" dirty="0" err="1"/>
              <a:t>Yargısına</a:t>
            </a:r>
            <a:r>
              <a:rPr lang="en-US" dirty="0"/>
              <a:t> </a:t>
            </a:r>
            <a:r>
              <a:rPr lang="en-US" dirty="0" err="1"/>
              <a:t>Giriş</a:t>
            </a:r>
            <a:endParaRPr lang="en-US" dirty="0"/>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21</a:t>
            </a:fld>
            <a:endParaRPr lang="en-US" dirty="0"/>
          </a:p>
        </p:txBody>
      </p:sp>
      <p:sp>
        <p:nvSpPr>
          <p:cNvPr id="6" name="Content Placeholder 2">
            <a:extLst>
              <a:ext uri="{FF2B5EF4-FFF2-40B4-BE49-F238E27FC236}">
                <a16:creationId xmlns:a16="http://schemas.microsoft.com/office/drawing/2014/main" id="{7356187E-7E56-28DF-8B05-7CB9D18D0B13}"/>
              </a:ext>
            </a:extLst>
          </p:cNvPr>
          <p:cNvSpPr txBox="1">
            <a:spLocks/>
          </p:cNvSpPr>
          <p:nvPr/>
        </p:nvSpPr>
        <p:spPr>
          <a:xfrm>
            <a:off x="4224527" y="1435125"/>
            <a:ext cx="7547059" cy="3767496"/>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200000"/>
              </a:lnSpc>
              <a:buFont typeface="Arial" panose="020B0604020202020204" pitchFamily="34" charset="0"/>
              <a:buChar char="•"/>
            </a:pPr>
            <a:r>
              <a:rPr lang="tr-TR" sz="2800" b="1" dirty="0"/>
              <a:t>Kavramsal Çerçeve</a:t>
            </a:r>
          </a:p>
          <a:p>
            <a:pPr marL="457200" indent="-457200">
              <a:buFont typeface="Arial" panose="020B0604020202020204" pitchFamily="34" charset="0"/>
              <a:buChar char="•"/>
            </a:pPr>
            <a:r>
              <a:rPr lang="tr-TR" sz="2800" b="1" dirty="0"/>
              <a:t>Kavramlar</a:t>
            </a:r>
          </a:p>
          <a:p>
            <a:pPr marL="457200" indent="-457200">
              <a:buFont typeface="Arial" panose="020B0604020202020204" pitchFamily="34" charset="0"/>
              <a:buChar char="•"/>
            </a:pPr>
            <a:r>
              <a:rPr lang="tr-TR" sz="2800" b="1" dirty="0"/>
              <a:t>Denetim türleri</a:t>
            </a:r>
          </a:p>
          <a:p>
            <a:pPr marL="457200" indent="-457200">
              <a:buFont typeface="Arial" panose="020B0604020202020204" pitchFamily="34" charset="0"/>
              <a:buChar char="•"/>
            </a:pPr>
            <a:r>
              <a:rPr lang="tr-TR" sz="2800" b="1" dirty="0"/>
              <a:t>İnceleme Aşamaları</a:t>
            </a:r>
          </a:p>
          <a:p>
            <a:endParaRPr lang="tr-TR" sz="2800" b="1" dirty="0"/>
          </a:p>
          <a:p>
            <a:endParaRPr lang="en-US" dirty="0"/>
          </a:p>
        </p:txBody>
      </p:sp>
      <p:sp>
        <p:nvSpPr>
          <p:cNvPr id="10" name="Content Placeholder 2">
            <a:extLst>
              <a:ext uri="{FF2B5EF4-FFF2-40B4-BE49-F238E27FC236}">
                <a16:creationId xmlns:a16="http://schemas.microsoft.com/office/drawing/2014/main" id="{92BF9542-76E2-BE0E-1168-4DB5FE0ACE44}"/>
              </a:ext>
            </a:extLst>
          </p:cNvPr>
          <p:cNvSpPr txBox="1">
            <a:spLocks/>
          </p:cNvSpPr>
          <p:nvPr/>
        </p:nvSpPr>
        <p:spPr>
          <a:xfrm>
            <a:off x="4224528" y="322275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42840410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B5D1C-A251-C21D-0EFD-FC0F02166E2B}"/>
            </a:ext>
          </a:extLst>
        </p:cNvPr>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D6F61855-647D-4DB8-561C-EE4AA2D49444}"/>
              </a:ext>
            </a:extLst>
          </p:cNvPr>
          <p:cNvSpPr>
            <a:spLocks noGrp="1"/>
          </p:cNvSpPr>
          <p:nvPr>
            <p:ph type="ftr" sz="quarter" idx="11"/>
          </p:nvPr>
        </p:nvSpPr>
        <p:spPr/>
        <p:txBody>
          <a:bodyPr/>
          <a:lstStyle/>
          <a:p>
            <a:r>
              <a:rPr lang="en-US" dirty="0" err="1"/>
              <a:t>Anayasa</a:t>
            </a:r>
            <a:r>
              <a:rPr lang="en-US" dirty="0"/>
              <a:t> </a:t>
            </a:r>
            <a:r>
              <a:rPr lang="en-US" dirty="0" err="1"/>
              <a:t>Yargısına</a:t>
            </a:r>
            <a:r>
              <a:rPr lang="en-US" dirty="0"/>
              <a:t> </a:t>
            </a:r>
            <a:r>
              <a:rPr lang="en-US" dirty="0" err="1"/>
              <a:t>Giriş</a:t>
            </a:r>
            <a:endParaRPr lang="en-US" dirty="0"/>
          </a:p>
        </p:txBody>
      </p:sp>
      <p:sp>
        <p:nvSpPr>
          <p:cNvPr id="15" name="Slide Number Placeholder 14">
            <a:extLst>
              <a:ext uri="{FF2B5EF4-FFF2-40B4-BE49-F238E27FC236}">
                <a16:creationId xmlns:a16="http://schemas.microsoft.com/office/drawing/2014/main" id="{218E5BB8-7368-818A-E787-EC7FC3320BCB}"/>
              </a:ext>
            </a:extLst>
          </p:cNvPr>
          <p:cNvSpPr>
            <a:spLocks noGrp="1"/>
          </p:cNvSpPr>
          <p:nvPr>
            <p:ph type="sldNum" sz="quarter" idx="12"/>
          </p:nvPr>
        </p:nvSpPr>
        <p:spPr/>
        <p:txBody>
          <a:bodyPr/>
          <a:lstStyle/>
          <a:p>
            <a:fld id="{48F63A3B-78C7-47BE-AE5E-E10140E04643}" type="slidenum">
              <a:rPr lang="en-US" smtClean="0"/>
              <a:t>22</a:t>
            </a:fld>
            <a:endParaRPr lang="en-US" dirty="0"/>
          </a:p>
        </p:txBody>
      </p:sp>
      <p:sp>
        <p:nvSpPr>
          <p:cNvPr id="6" name="Content Placeholder 2">
            <a:extLst>
              <a:ext uri="{FF2B5EF4-FFF2-40B4-BE49-F238E27FC236}">
                <a16:creationId xmlns:a16="http://schemas.microsoft.com/office/drawing/2014/main" id="{43155492-206C-022B-BDE1-E49A66D2E9E2}"/>
              </a:ext>
            </a:extLst>
          </p:cNvPr>
          <p:cNvSpPr txBox="1">
            <a:spLocks/>
          </p:cNvSpPr>
          <p:nvPr/>
        </p:nvSpPr>
        <p:spPr>
          <a:xfrm>
            <a:off x="4224527" y="1435125"/>
            <a:ext cx="7547059" cy="3767496"/>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200000"/>
              </a:lnSpc>
              <a:buFont typeface="Arial" panose="020B0604020202020204" pitchFamily="34" charset="0"/>
              <a:buChar char="•"/>
            </a:pPr>
            <a:r>
              <a:rPr lang="tr-TR" sz="2800" b="1" dirty="0"/>
              <a:t>Siyasal Denetim</a:t>
            </a:r>
          </a:p>
          <a:p>
            <a:pPr marL="457200" indent="-457200">
              <a:lnSpc>
                <a:spcPct val="200000"/>
              </a:lnSpc>
              <a:buFont typeface="Arial" panose="020B0604020202020204" pitchFamily="34" charset="0"/>
              <a:buChar char="•"/>
            </a:pPr>
            <a:r>
              <a:rPr lang="tr-TR" sz="2800" b="1" dirty="0"/>
              <a:t>Yargısal Denetim</a:t>
            </a:r>
          </a:p>
          <a:p>
            <a:pPr marL="804672" lvl="1" indent="-457200">
              <a:lnSpc>
                <a:spcPct val="200000"/>
              </a:lnSpc>
              <a:buFont typeface="Wingdings" pitchFamily="2" charset="2"/>
              <a:buChar char="ü"/>
            </a:pPr>
            <a:r>
              <a:rPr lang="tr-TR" sz="2400" dirty="0"/>
              <a:t>Yargı mercii </a:t>
            </a:r>
          </a:p>
          <a:p>
            <a:pPr marL="804672" lvl="1" indent="-457200">
              <a:lnSpc>
                <a:spcPct val="200000"/>
              </a:lnSpc>
              <a:buFont typeface="Wingdings" pitchFamily="2" charset="2"/>
              <a:buChar char="ü"/>
            </a:pPr>
            <a:r>
              <a:rPr lang="tr-TR" sz="2400" dirty="0"/>
              <a:t>Yargısal usuller</a:t>
            </a:r>
          </a:p>
          <a:p>
            <a:endParaRPr lang="tr-TR" sz="2800" b="1" dirty="0"/>
          </a:p>
          <a:p>
            <a:endParaRPr lang="en-US" dirty="0"/>
          </a:p>
        </p:txBody>
      </p:sp>
      <p:sp>
        <p:nvSpPr>
          <p:cNvPr id="10" name="Content Placeholder 2">
            <a:extLst>
              <a:ext uri="{FF2B5EF4-FFF2-40B4-BE49-F238E27FC236}">
                <a16:creationId xmlns:a16="http://schemas.microsoft.com/office/drawing/2014/main" id="{913B7984-55BC-ED6A-81A8-2A11B12C39CB}"/>
              </a:ext>
            </a:extLst>
          </p:cNvPr>
          <p:cNvSpPr txBox="1">
            <a:spLocks/>
          </p:cNvSpPr>
          <p:nvPr/>
        </p:nvSpPr>
        <p:spPr>
          <a:xfrm>
            <a:off x="4224528" y="322275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15003543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p:txBody>
          <a:bodyPr/>
          <a:lstStyle/>
          <a:p>
            <a:r>
              <a:rPr lang="en-US" dirty="0" err="1"/>
              <a:t>Anayasa</a:t>
            </a:r>
            <a:r>
              <a:rPr lang="en-US" dirty="0"/>
              <a:t> </a:t>
            </a:r>
            <a:r>
              <a:rPr lang="en-US" dirty="0" err="1"/>
              <a:t>Yargısına</a:t>
            </a:r>
            <a:r>
              <a:rPr lang="en-US" dirty="0"/>
              <a:t> </a:t>
            </a:r>
            <a:r>
              <a:rPr lang="en-US" dirty="0" err="1"/>
              <a:t>Giriş</a:t>
            </a:r>
            <a:endParaRPr lang="en-US" dirty="0"/>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23</a:t>
            </a:fld>
            <a:endParaRPr lang="en-US" dirty="0"/>
          </a:p>
        </p:txBody>
      </p:sp>
      <p:sp>
        <p:nvSpPr>
          <p:cNvPr id="6" name="Content Placeholder 2">
            <a:extLst>
              <a:ext uri="{FF2B5EF4-FFF2-40B4-BE49-F238E27FC236}">
                <a16:creationId xmlns:a16="http://schemas.microsoft.com/office/drawing/2014/main" id="{7356187E-7E56-28DF-8B05-7CB9D18D0B13}"/>
              </a:ext>
            </a:extLst>
          </p:cNvPr>
          <p:cNvSpPr txBox="1">
            <a:spLocks/>
          </p:cNvSpPr>
          <p:nvPr/>
        </p:nvSpPr>
        <p:spPr>
          <a:xfrm>
            <a:off x="4014953" y="1435124"/>
            <a:ext cx="7756634" cy="5091799"/>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200000"/>
              </a:lnSpc>
              <a:buFont typeface="Arial" panose="020B0604020202020204" pitchFamily="34" charset="0"/>
              <a:buChar char="•"/>
            </a:pPr>
            <a:r>
              <a:rPr lang="tr-TR" sz="2800" b="1" dirty="0"/>
              <a:t>Anayasa</a:t>
            </a:r>
          </a:p>
          <a:p>
            <a:r>
              <a:rPr lang="en-US" sz="1800" i="1" dirty="0">
                <a:effectLst/>
                <a:latin typeface="TimesNewRomanPS"/>
              </a:rPr>
              <a:t>C. </a:t>
            </a:r>
            <a:r>
              <a:rPr lang="en-US" sz="1800" i="1" dirty="0" err="1">
                <a:effectLst/>
                <a:latin typeface="TimesNewRomanPS"/>
              </a:rPr>
              <a:t>Kanunların</a:t>
            </a:r>
            <a:r>
              <a:rPr lang="en-US" sz="1800" i="1" dirty="0">
                <a:effectLst/>
                <a:latin typeface="TimesNewRomanPS"/>
              </a:rPr>
              <a:t> </a:t>
            </a:r>
            <a:r>
              <a:rPr lang="en-US" sz="1800" i="1" dirty="0" err="1">
                <a:effectLst/>
                <a:latin typeface="TimesNewRomanPS"/>
              </a:rPr>
              <a:t>Cumhurbaşkanınca</a:t>
            </a:r>
            <a:r>
              <a:rPr lang="en-US" sz="1800" i="1" dirty="0">
                <a:effectLst/>
                <a:latin typeface="TimesNewRomanPS"/>
              </a:rPr>
              <a:t> </a:t>
            </a:r>
            <a:r>
              <a:rPr lang="en-US" sz="1800" i="1" dirty="0" err="1">
                <a:effectLst/>
                <a:latin typeface="TimesNewRomanPS"/>
              </a:rPr>
              <a:t>yayımlanması</a:t>
            </a:r>
            <a:r>
              <a:rPr lang="en-US" sz="1800" i="1" dirty="0">
                <a:effectLst/>
                <a:latin typeface="TimesNewRomanPS"/>
              </a:rPr>
              <a:t> </a:t>
            </a:r>
            <a:endParaRPr lang="en-US" sz="2000" dirty="0"/>
          </a:p>
          <a:p>
            <a:r>
              <a:rPr lang="en-US" sz="1800" b="1" dirty="0" err="1">
                <a:effectLst/>
                <a:latin typeface="TimesNewRomanPS"/>
              </a:rPr>
              <a:t>Madde</a:t>
            </a:r>
            <a:r>
              <a:rPr lang="en-US" sz="1800" b="1" dirty="0">
                <a:effectLst/>
                <a:latin typeface="TimesNewRomanPS"/>
              </a:rPr>
              <a:t> 89 – </a:t>
            </a:r>
            <a:r>
              <a:rPr lang="en-US" sz="1800" dirty="0" err="1">
                <a:effectLst/>
                <a:latin typeface="TimesNewRomanPSMT"/>
              </a:rPr>
              <a:t>Cumhurbaşkanı</a:t>
            </a:r>
            <a:r>
              <a:rPr lang="en-US" sz="1800" dirty="0">
                <a:effectLst/>
                <a:latin typeface="TimesNewRomanPSMT"/>
              </a:rPr>
              <a:t>, </a:t>
            </a:r>
            <a:r>
              <a:rPr lang="en-US" sz="1800" dirty="0" err="1">
                <a:effectLst/>
                <a:latin typeface="TimesNewRomanPSMT"/>
              </a:rPr>
              <a:t>Türkiye</a:t>
            </a:r>
            <a:r>
              <a:rPr lang="en-US" sz="1800" dirty="0">
                <a:effectLst/>
                <a:latin typeface="TimesNewRomanPSMT"/>
              </a:rPr>
              <a:t> </a:t>
            </a:r>
            <a:r>
              <a:rPr lang="en-US" sz="1800" dirty="0" err="1">
                <a:effectLst/>
                <a:latin typeface="TimesNewRomanPSMT"/>
              </a:rPr>
              <a:t>Büyük</a:t>
            </a:r>
            <a:r>
              <a:rPr lang="en-US" sz="1800" dirty="0">
                <a:effectLst/>
                <a:latin typeface="TimesNewRomanPSMT"/>
              </a:rPr>
              <a:t> Millet </a:t>
            </a:r>
            <a:r>
              <a:rPr lang="en-US" sz="1800" dirty="0" err="1">
                <a:effectLst/>
                <a:latin typeface="TimesNewRomanPSMT"/>
              </a:rPr>
              <a:t>Meclisince</a:t>
            </a:r>
            <a:r>
              <a:rPr lang="en-US" sz="1800" dirty="0">
                <a:effectLst/>
                <a:latin typeface="TimesNewRomanPSMT"/>
              </a:rPr>
              <a:t> </a:t>
            </a:r>
            <a:r>
              <a:rPr lang="en-US" sz="1800" dirty="0" err="1">
                <a:effectLst/>
                <a:latin typeface="TimesNewRomanPSMT"/>
              </a:rPr>
              <a:t>kabul</a:t>
            </a:r>
            <a:r>
              <a:rPr lang="en-US" sz="1800" dirty="0">
                <a:effectLst/>
                <a:latin typeface="TimesNewRomanPSMT"/>
              </a:rPr>
              <a:t> </a:t>
            </a:r>
            <a:r>
              <a:rPr lang="en-US" sz="1800" dirty="0" err="1">
                <a:effectLst/>
                <a:latin typeface="TimesNewRomanPSMT"/>
              </a:rPr>
              <a:t>edilen</a:t>
            </a:r>
            <a:r>
              <a:rPr lang="en-US" sz="1800" dirty="0">
                <a:effectLst/>
                <a:latin typeface="TimesNewRomanPSMT"/>
              </a:rPr>
              <a:t> </a:t>
            </a:r>
            <a:r>
              <a:rPr lang="en-US" sz="1800" dirty="0" err="1">
                <a:effectLst/>
                <a:latin typeface="TimesNewRomanPSMT"/>
              </a:rPr>
              <a:t>kanunları</a:t>
            </a:r>
            <a:r>
              <a:rPr lang="en-US" sz="1800" dirty="0">
                <a:effectLst/>
                <a:latin typeface="TimesNewRomanPSMT"/>
              </a:rPr>
              <a:t> </a:t>
            </a:r>
            <a:r>
              <a:rPr lang="en-US" sz="1800" dirty="0" err="1">
                <a:effectLst/>
                <a:latin typeface="TimesNewRomanPSMT"/>
              </a:rPr>
              <a:t>onbes</a:t>
            </a:r>
            <a:r>
              <a:rPr lang="en-US" sz="1800" dirty="0">
                <a:effectLst/>
                <a:latin typeface="TimesNewRomanPSMT"/>
              </a:rPr>
              <a:t>̧ </a:t>
            </a:r>
            <a:r>
              <a:rPr lang="en-US" sz="1800" dirty="0" err="1">
                <a:effectLst/>
                <a:latin typeface="TimesNewRomanPSMT"/>
              </a:rPr>
              <a:t>gün</a:t>
            </a:r>
            <a:r>
              <a:rPr lang="en-US" sz="1800" dirty="0">
                <a:effectLst/>
                <a:latin typeface="TimesNewRomanPSMT"/>
              </a:rPr>
              <a:t> </a:t>
            </a:r>
            <a:r>
              <a:rPr lang="en-US" sz="1800" dirty="0" err="1">
                <a:effectLst/>
                <a:latin typeface="TimesNewRomanPSMT"/>
              </a:rPr>
              <a:t>içinde</a:t>
            </a:r>
            <a:r>
              <a:rPr lang="en-US" sz="1800" dirty="0">
                <a:effectLst/>
                <a:latin typeface="TimesNewRomanPSMT"/>
              </a:rPr>
              <a:t> </a:t>
            </a:r>
            <a:r>
              <a:rPr lang="en-US" sz="1800" dirty="0" err="1">
                <a:effectLst/>
                <a:latin typeface="TimesNewRomanPSMT"/>
              </a:rPr>
              <a:t>yayımlar</a:t>
            </a:r>
            <a:r>
              <a:rPr lang="en-US" sz="1800" dirty="0">
                <a:effectLst/>
                <a:latin typeface="TimesNewRomanPSMT"/>
              </a:rPr>
              <a:t>. </a:t>
            </a:r>
            <a:endParaRPr lang="en-US" sz="2000" dirty="0"/>
          </a:p>
          <a:p>
            <a:r>
              <a:rPr lang="en-US" sz="1800" b="1" dirty="0" err="1">
                <a:effectLst/>
                <a:latin typeface="TimesNewRomanPSMT"/>
              </a:rPr>
              <a:t>Yayımlanmasını</a:t>
            </a:r>
            <a:r>
              <a:rPr lang="en-US" sz="1800" b="1" dirty="0">
                <a:effectLst/>
                <a:latin typeface="TimesNewRomanPSMT"/>
              </a:rPr>
              <a:t> </a:t>
            </a:r>
            <a:r>
              <a:rPr lang="en-US" sz="1800" b="1" dirty="0" err="1">
                <a:effectLst/>
                <a:latin typeface="TimesNewRomanPSMT"/>
              </a:rPr>
              <a:t>kısmen</a:t>
            </a:r>
            <a:r>
              <a:rPr lang="en-US" sz="1800" b="1" dirty="0">
                <a:effectLst/>
                <a:latin typeface="TimesNewRomanPSMT"/>
              </a:rPr>
              <a:t> </a:t>
            </a:r>
            <a:r>
              <a:rPr lang="en-US" sz="1800" b="1" dirty="0" err="1">
                <a:effectLst/>
                <a:latin typeface="TimesNewRomanPSMT"/>
              </a:rPr>
              <a:t>veya</a:t>
            </a:r>
            <a:r>
              <a:rPr lang="en-US" sz="1800" b="1" dirty="0">
                <a:effectLst/>
                <a:latin typeface="TimesNewRomanPSMT"/>
              </a:rPr>
              <a:t> </a:t>
            </a:r>
            <a:r>
              <a:rPr lang="en-US" sz="1800" b="1" dirty="0" err="1">
                <a:effectLst/>
                <a:latin typeface="TimesNewRomanPSMT"/>
              </a:rPr>
              <a:t>tamamen</a:t>
            </a:r>
            <a:r>
              <a:rPr lang="en-US" sz="1800" b="1" dirty="0">
                <a:effectLst/>
                <a:latin typeface="TimesNewRomanPSMT"/>
              </a:rPr>
              <a:t> </a:t>
            </a:r>
            <a:r>
              <a:rPr lang="en-US" sz="1800" b="1" dirty="0" err="1">
                <a:effectLst/>
                <a:latin typeface="TimesNewRomanPSMT"/>
              </a:rPr>
              <a:t>uygun</a:t>
            </a:r>
            <a:r>
              <a:rPr lang="en-US" sz="1800" b="1" dirty="0">
                <a:effectLst/>
                <a:latin typeface="TimesNewRomanPSMT"/>
              </a:rPr>
              <a:t> </a:t>
            </a:r>
            <a:r>
              <a:rPr lang="en-US" sz="1800" b="1" dirty="0" err="1">
                <a:effectLst/>
                <a:latin typeface="TimesNewRomanPSMT"/>
              </a:rPr>
              <a:t>bulmadığı</a:t>
            </a:r>
            <a:r>
              <a:rPr lang="en-US" sz="1800" b="1" dirty="0">
                <a:effectLst/>
                <a:latin typeface="TimesNewRomanPSMT"/>
              </a:rPr>
              <a:t> </a:t>
            </a:r>
            <a:r>
              <a:rPr lang="en-US" sz="1800" b="1" dirty="0" err="1">
                <a:effectLst/>
                <a:latin typeface="TimesNewRomanPSMT"/>
              </a:rPr>
              <a:t>kanunları</a:t>
            </a:r>
            <a:r>
              <a:rPr lang="en-US" sz="1800" dirty="0">
                <a:effectLst/>
                <a:latin typeface="TimesNewRomanPSMT"/>
              </a:rPr>
              <a:t>, </a:t>
            </a:r>
            <a:r>
              <a:rPr lang="en-US" sz="1800" dirty="0" err="1">
                <a:effectLst/>
                <a:latin typeface="TimesNewRomanPSMT"/>
              </a:rPr>
              <a:t>bir</a:t>
            </a:r>
            <a:r>
              <a:rPr lang="en-US" sz="1800" dirty="0">
                <a:effectLst/>
                <a:latin typeface="TimesNewRomanPSMT"/>
              </a:rPr>
              <a:t> </a:t>
            </a:r>
            <a:r>
              <a:rPr lang="en-US" sz="1800" dirty="0" err="1">
                <a:effectLst/>
                <a:latin typeface="TimesNewRomanPSMT"/>
              </a:rPr>
              <a:t>daha</a:t>
            </a:r>
            <a:r>
              <a:rPr lang="en-US" sz="1800" dirty="0">
                <a:effectLst/>
                <a:latin typeface="TimesNewRomanPSMT"/>
              </a:rPr>
              <a:t> </a:t>
            </a:r>
            <a:r>
              <a:rPr lang="en-US" sz="1800" dirty="0" err="1">
                <a:effectLst/>
                <a:latin typeface="TimesNewRomanPSMT"/>
              </a:rPr>
              <a:t>görüşülmek</a:t>
            </a:r>
            <a:r>
              <a:rPr lang="en-US" sz="1800" dirty="0">
                <a:effectLst/>
                <a:latin typeface="TimesNewRomanPSMT"/>
              </a:rPr>
              <a:t> </a:t>
            </a:r>
            <a:r>
              <a:rPr lang="en-US" sz="1800" dirty="0" err="1">
                <a:effectLst/>
                <a:latin typeface="TimesNewRomanPSMT"/>
              </a:rPr>
              <a:t>üzere</a:t>
            </a:r>
            <a:r>
              <a:rPr lang="en-US" sz="1800" dirty="0">
                <a:effectLst/>
                <a:latin typeface="TimesNewRomanPSMT"/>
              </a:rPr>
              <a:t>, </a:t>
            </a:r>
            <a:r>
              <a:rPr lang="en-US" sz="1800" dirty="0" err="1">
                <a:effectLst/>
                <a:latin typeface="TimesNewRomanPSMT"/>
              </a:rPr>
              <a:t>bu</a:t>
            </a:r>
            <a:r>
              <a:rPr lang="en-US" sz="1800" dirty="0">
                <a:effectLst/>
                <a:latin typeface="TimesNewRomanPSMT"/>
              </a:rPr>
              <a:t> </a:t>
            </a:r>
            <a:r>
              <a:rPr lang="en-US" sz="1800" dirty="0" err="1">
                <a:effectLst/>
                <a:latin typeface="TimesNewRomanPSMT"/>
              </a:rPr>
              <a:t>hususta</a:t>
            </a:r>
            <a:r>
              <a:rPr lang="en-US" sz="1800" dirty="0">
                <a:effectLst/>
                <a:latin typeface="TimesNewRomanPSMT"/>
              </a:rPr>
              <a:t> </a:t>
            </a:r>
            <a:r>
              <a:rPr lang="en-US" sz="1800" dirty="0" err="1">
                <a:effectLst/>
                <a:latin typeface="TimesNewRomanPSMT"/>
              </a:rPr>
              <a:t>gösterdiği</a:t>
            </a:r>
            <a:r>
              <a:rPr lang="en-US" sz="1800" dirty="0">
                <a:effectLst/>
                <a:latin typeface="TimesNewRomanPSMT"/>
              </a:rPr>
              <a:t> </a:t>
            </a:r>
            <a:r>
              <a:rPr lang="en-US" sz="1800" dirty="0" err="1">
                <a:effectLst/>
                <a:latin typeface="TimesNewRomanPSMT"/>
              </a:rPr>
              <a:t>gerekçe</a:t>
            </a:r>
            <a:r>
              <a:rPr lang="en-US" sz="1800" dirty="0">
                <a:effectLst/>
                <a:latin typeface="TimesNewRomanPSMT"/>
              </a:rPr>
              <a:t> </a:t>
            </a:r>
            <a:r>
              <a:rPr lang="en-US" sz="1800" dirty="0" err="1">
                <a:effectLst/>
                <a:latin typeface="TimesNewRomanPSMT"/>
              </a:rPr>
              <a:t>ile</a:t>
            </a:r>
            <a:r>
              <a:rPr lang="en-US" sz="1800" dirty="0">
                <a:effectLst/>
                <a:latin typeface="TimesNewRomanPSMT"/>
              </a:rPr>
              <a:t> </a:t>
            </a:r>
            <a:r>
              <a:rPr lang="en-US" sz="1800" dirty="0" err="1">
                <a:effectLst/>
                <a:latin typeface="TimesNewRomanPSMT"/>
              </a:rPr>
              <a:t>birlikte</a:t>
            </a:r>
            <a:r>
              <a:rPr lang="en-US" sz="1800" dirty="0">
                <a:effectLst/>
                <a:latin typeface="TimesNewRomanPSMT"/>
              </a:rPr>
              <a:t> </a:t>
            </a:r>
            <a:r>
              <a:rPr lang="en-US" sz="1800" dirty="0" err="1">
                <a:effectLst/>
                <a:latin typeface="TimesNewRomanPSMT"/>
              </a:rPr>
              <a:t>aynı</a:t>
            </a:r>
            <a:r>
              <a:rPr lang="en-US" sz="1800" dirty="0">
                <a:effectLst/>
                <a:latin typeface="TimesNewRomanPSMT"/>
              </a:rPr>
              <a:t> </a:t>
            </a:r>
            <a:r>
              <a:rPr lang="en-US" sz="1800" dirty="0" err="1">
                <a:effectLst/>
                <a:latin typeface="TimesNewRomanPSMT"/>
              </a:rPr>
              <a:t>süre</a:t>
            </a:r>
            <a:r>
              <a:rPr lang="en-US" sz="1800" dirty="0">
                <a:effectLst/>
                <a:latin typeface="TimesNewRomanPSMT"/>
              </a:rPr>
              <a:t> </a:t>
            </a:r>
            <a:r>
              <a:rPr lang="en-US" sz="1800" dirty="0" err="1">
                <a:effectLst/>
                <a:latin typeface="TimesNewRomanPSMT"/>
              </a:rPr>
              <a:t>içinde</a:t>
            </a:r>
            <a:r>
              <a:rPr lang="en-US" sz="1800" dirty="0">
                <a:effectLst/>
                <a:latin typeface="TimesNewRomanPSMT"/>
              </a:rPr>
              <a:t>, </a:t>
            </a:r>
            <a:r>
              <a:rPr lang="en-US" sz="1800" dirty="0" err="1">
                <a:effectLst/>
                <a:latin typeface="TimesNewRomanPSMT"/>
              </a:rPr>
              <a:t>Türkiye</a:t>
            </a:r>
            <a:r>
              <a:rPr lang="en-US" sz="1800" dirty="0">
                <a:effectLst/>
                <a:latin typeface="TimesNewRomanPSMT"/>
              </a:rPr>
              <a:t> </a:t>
            </a:r>
            <a:r>
              <a:rPr lang="en-US" sz="1800" dirty="0" err="1">
                <a:effectLst/>
                <a:latin typeface="TimesNewRomanPSMT"/>
              </a:rPr>
              <a:t>Büyük</a:t>
            </a:r>
            <a:r>
              <a:rPr lang="en-US" sz="1800" dirty="0">
                <a:effectLst/>
                <a:latin typeface="TimesNewRomanPSMT"/>
              </a:rPr>
              <a:t> Millet </a:t>
            </a:r>
            <a:r>
              <a:rPr lang="en-US" sz="1800" dirty="0" err="1">
                <a:effectLst/>
                <a:latin typeface="TimesNewRomanPSMT"/>
              </a:rPr>
              <a:t>Meclisine</a:t>
            </a:r>
            <a:r>
              <a:rPr lang="en-US" sz="1800" dirty="0">
                <a:effectLst/>
                <a:latin typeface="TimesNewRomanPSMT"/>
              </a:rPr>
              <a:t> </a:t>
            </a:r>
            <a:r>
              <a:rPr lang="en-US" sz="1800" dirty="0" err="1">
                <a:effectLst/>
                <a:latin typeface="TimesNewRomanPSMT"/>
              </a:rPr>
              <a:t>geri</a:t>
            </a:r>
            <a:r>
              <a:rPr lang="en-US" sz="1800" dirty="0">
                <a:effectLst/>
                <a:latin typeface="TimesNewRomanPSMT"/>
              </a:rPr>
              <a:t> </a:t>
            </a:r>
            <a:r>
              <a:rPr lang="en-US" sz="1800" dirty="0" err="1">
                <a:effectLst/>
                <a:latin typeface="TimesNewRomanPSMT"/>
              </a:rPr>
              <a:t>gönderir</a:t>
            </a:r>
            <a:r>
              <a:rPr lang="en-US" sz="1800" dirty="0">
                <a:effectLst/>
                <a:latin typeface="TimesNewRomanPSMT"/>
              </a:rPr>
              <a:t>. (</a:t>
            </a:r>
            <a:r>
              <a:rPr lang="en-US" sz="1800" b="1" dirty="0">
                <a:effectLst/>
                <a:latin typeface="TimesNewRomanPS"/>
              </a:rPr>
              <a:t>Ek </a:t>
            </a:r>
            <a:r>
              <a:rPr lang="en-US" sz="1800" b="1" dirty="0" err="1">
                <a:effectLst/>
                <a:latin typeface="TimesNewRomanPS"/>
              </a:rPr>
              <a:t>cümle</a:t>
            </a:r>
            <a:r>
              <a:rPr lang="en-US" sz="1800" b="1" dirty="0">
                <a:effectLst/>
                <a:latin typeface="TimesNewRomanPS"/>
              </a:rPr>
              <a:t>: 3/10/2001-4709/29 </a:t>
            </a:r>
            <a:r>
              <a:rPr lang="en-US" sz="1800" b="1" dirty="0" err="1">
                <a:effectLst/>
                <a:latin typeface="TimesNewRomanPS"/>
              </a:rPr>
              <a:t>md.</a:t>
            </a:r>
            <a:r>
              <a:rPr lang="en-US" sz="1800" b="1" dirty="0">
                <a:effectLst/>
                <a:latin typeface="TimesNewRomanPS"/>
              </a:rPr>
              <a:t>) </a:t>
            </a:r>
            <a:r>
              <a:rPr lang="en-US" sz="1800" dirty="0" err="1">
                <a:effectLst/>
                <a:latin typeface="TimesNewRomanPSMT"/>
              </a:rPr>
              <a:t>Cumhurbaşkanınca</a:t>
            </a:r>
            <a:r>
              <a:rPr lang="en-US" sz="1800" dirty="0">
                <a:effectLst/>
                <a:latin typeface="TimesNewRomanPSMT"/>
              </a:rPr>
              <a:t> </a:t>
            </a:r>
            <a:r>
              <a:rPr lang="en-US" sz="1800" dirty="0" err="1">
                <a:effectLst/>
                <a:latin typeface="TimesNewRomanPSMT"/>
              </a:rPr>
              <a:t>kısmen</a:t>
            </a:r>
            <a:r>
              <a:rPr lang="en-US" sz="1800" dirty="0">
                <a:effectLst/>
                <a:latin typeface="TimesNewRomanPSMT"/>
              </a:rPr>
              <a:t> </a:t>
            </a:r>
            <a:r>
              <a:rPr lang="en-US" sz="1800" dirty="0" err="1">
                <a:effectLst/>
                <a:latin typeface="TimesNewRomanPSMT"/>
              </a:rPr>
              <a:t>uygun</a:t>
            </a:r>
            <a:r>
              <a:rPr lang="en-US" sz="1800" dirty="0">
                <a:effectLst/>
                <a:latin typeface="TimesNewRomanPSMT"/>
              </a:rPr>
              <a:t> </a:t>
            </a:r>
            <a:r>
              <a:rPr lang="en-US" sz="1800" dirty="0" err="1">
                <a:effectLst/>
                <a:latin typeface="TimesNewRomanPSMT"/>
              </a:rPr>
              <a:t>bulunmama</a:t>
            </a:r>
            <a:r>
              <a:rPr lang="en-US" sz="1800" dirty="0">
                <a:effectLst/>
                <a:latin typeface="TimesNewRomanPSMT"/>
              </a:rPr>
              <a:t> </a:t>
            </a:r>
            <a:r>
              <a:rPr lang="en-US" sz="1800" dirty="0" err="1">
                <a:effectLst/>
                <a:latin typeface="TimesNewRomanPSMT"/>
              </a:rPr>
              <a:t>durumunda</a:t>
            </a:r>
            <a:r>
              <a:rPr lang="en-US" sz="1800" dirty="0">
                <a:effectLst/>
                <a:latin typeface="TimesNewRomanPSMT"/>
              </a:rPr>
              <a:t>, </a:t>
            </a:r>
            <a:r>
              <a:rPr lang="en-US" sz="1800" dirty="0" err="1">
                <a:effectLst/>
                <a:latin typeface="TimesNewRomanPSMT"/>
              </a:rPr>
              <a:t>Türkiye</a:t>
            </a:r>
            <a:r>
              <a:rPr lang="en-US" sz="1800" dirty="0">
                <a:effectLst/>
                <a:latin typeface="TimesNewRomanPSMT"/>
              </a:rPr>
              <a:t> </a:t>
            </a:r>
            <a:r>
              <a:rPr lang="en-US" sz="1800" dirty="0" err="1">
                <a:effectLst/>
                <a:latin typeface="TimesNewRomanPSMT"/>
              </a:rPr>
              <a:t>Büyük</a:t>
            </a:r>
            <a:r>
              <a:rPr lang="en-US" sz="1800" dirty="0">
                <a:effectLst/>
                <a:latin typeface="TimesNewRomanPSMT"/>
              </a:rPr>
              <a:t> Millet </a:t>
            </a:r>
            <a:r>
              <a:rPr lang="en-US" sz="1800" dirty="0" err="1">
                <a:effectLst/>
                <a:latin typeface="TimesNewRomanPSMT"/>
              </a:rPr>
              <a:t>Meclisi</a:t>
            </a:r>
            <a:r>
              <a:rPr lang="en-US" sz="1800" dirty="0">
                <a:effectLst/>
                <a:latin typeface="TimesNewRomanPSMT"/>
              </a:rPr>
              <a:t> </a:t>
            </a:r>
            <a:r>
              <a:rPr lang="en-US" sz="1800" dirty="0" err="1">
                <a:effectLst/>
                <a:latin typeface="TimesNewRomanPSMT"/>
              </a:rPr>
              <a:t>sadece</a:t>
            </a:r>
            <a:r>
              <a:rPr lang="en-US" sz="1800" dirty="0">
                <a:effectLst/>
                <a:latin typeface="TimesNewRomanPSMT"/>
              </a:rPr>
              <a:t> </a:t>
            </a:r>
            <a:r>
              <a:rPr lang="en-US" sz="1800" dirty="0" err="1">
                <a:effectLst/>
                <a:latin typeface="TimesNewRomanPSMT"/>
              </a:rPr>
              <a:t>uygun</a:t>
            </a:r>
            <a:r>
              <a:rPr lang="en-US" sz="1800" dirty="0">
                <a:effectLst/>
                <a:latin typeface="TimesNewRomanPSMT"/>
              </a:rPr>
              <a:t> </a:t>
            </a:r>
            <a:r>
              <a:rPr lang="en-US" sz="1800" dirty="0" err="1">
                <a:effectLst/>
                <a:latin typeface="TimesNewRomanPSMT"/>
              </a:rPr>
              <a:t>bulunmayan</a:t>
            </a:r>
            <a:r>
              <a:rPr lang="en-US" sz="1800" dirty="0">
                <a:effectLst/>
                <a:latin typeface="TimesNewRomanPSMT"/>
              </a:rPr>
              <a:t> </a:t>
            </a:r>
            <a:r>
              <a:rPr lang="en-US" sz="1800" dirty="0" err="1">
                <a:effectLst/>
                <a:latin typeface="TimesNewRomanPSMT"/>
              </a:rPr>
              <a:t>maddeleri</a:t>
            </a:r>
            <a:r>
              <a:rPr lang="en-US" sz="1800" dirty="0">
                <a:effectLst/>
                <a:latin typeface="TimesNewRomanPSMT"/>
              </a:rPr>
              <a:t> </a:t>
            </a:r>
            <a:r>
              <a:rPr lang="en-US" sz="1800" dirty="0" err="1">
                <a:effectLst/>
                <a:latin typeface="TimesNewRomanPSMT"/>
              </a:rPr>
              <a:t>görüşebilir</a:t>
            </a:r>
            <a:r>
              <a:rPr lang="en-US" sz="1800" dirty="0">
                <a:effectLst/>
                <a:latin typeface="TimesNewRomanPSMT"/>
              </a:rPr>
              <a:t>. </a:t>
            </a:r>
            <a:r>
              <a:rPr lang="en-US" sz="1800" dirty="0" err="1">
                <a:effectLst/>
                <a:latin typeface="TimesNewRomanPSMT"/>
              </a:rPr>
              <a:t>Bütçe</a:t>
            </a:r>
            <a:r>
              <a:rPr lang="en-US" sz="1800" dirty="0">
                <a:effectLst/>
                <a:latin typeface="TimesNewRomanPSMT"/>
              </a:rPr>
              <a:t> </a:t>
            </a:r>
            <a:r>
              <a:rPr lang="en-US" sz="1800" dirty="0" err="1">
                <a:effectLst/>
                <a:latin typeface="TimesNewRomanPSMT"/>
              </a:rPr>
              <a:t>kanunları</a:t>
            </a:r>
            <a:r>
              <a:rPr lang="en-US" sz="1800" dirty="0">
                <a:effectLst/>
                <a:latin typeface="TimesNewRomanPSMT"/>
              </a:rPr>
              <a:t> </a:t>
            </a:r>
            <a:r>
              <a:rPr lang="en-US" sz="1800" dirty="0" err="1">
                <a:effectLst/>
                <a:latin typeface="TimesNewRomanPSMT"/>
              </a:rPr>
              <a:t>bu</a:t>
            </a:r>
            <a:r>
              <a:rPr lang="en-US" sz="1800" dirty="0">
                <a:effectLst/>
                <a:latin typeface="TimesNewRomanPSMT"/>
              </a:rPr>
              <a:t> </a:t>
            </a:r>
            <a:r>
              <a:rPr lang="en-US" sz="1800" dirty="0" err="1">
                <a:effectLst/>
                <a:latin typeface="TimesNewRomanPSMT"/>
              </a:rPr>
              <a:t>hükme</a:t>
            </a:r>
            <a:r>
              <a:rPr lang="en-US" sz="1800" dirty="0">
                <a:effectLst/>
                <a:latin typeface="TimesNewRomanPSMT"/>
              </a:rPr>
              <a:t> tabi </a:t>
            </a:r>
            <a:r>
              <a:rPr lang="en-US" sz="1800" dirty="0" err="1">
                <a:effectLst/>
                <a:latin typeface="TimesNewRomanPSMT"/>
              </a:rPr>
              <a:t>değildir</a:t>
            </a:r>
            <a:r>
              <a:rPr lang="en-US" sz="1800" dirty="0">
                <a:effectLst/>
                <a:latin typeface="TimesNewRomanPSMT"/>
              </a:rPr>
              <a:t>. </a:t>
            </a:r>
            <a:endParaRPr lang="en-US" sz="2000" dirty="0"/>
          </a:p>
          <a:p>
            <a:endParaRPr lang="tr-TR" sz="2800" b="1" dirty="0"/>
          </a:p>
          <a:p>
            <a:endParaRPr lang="en-US" dirty="0"/>
          </a:p>
        </p:txBody>
      </p:sp>
      <p:sp>
        <p:nvSpPr>
          <p:cNvPr id="10" name="Content Placeholder 2">
            <a:extLst>
              <a:ext uri="{FF2B5EF4-FFF2-40B4-BE49-F238E27FC236}">
                <a16:creationId xmlns:a16="http://schemas.microsoft.com/office/drawing/2014/main" id="{92BF9542-76E2-BE0E-1168-4DB5FE0ACE44}"/>
              </a:ext>
            </a:extLst>
          </p:cNvPr>
          <p:cNvSpPr txBox="1">
            <a:spLocks/>
          </p:cNvSpPr>
          <p:nvPr/>
        </p:nvSpPr>
        <p:spPr>
          <a:xfrm>
            <a:off x="4224528" y="322275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4259318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p:txBody>
          <a:bodyPr/>
          <a:lstStyle/>
          <a:p>
            <a:r>
              <a:rPr lang="en-US" dirty="0" err="1"/>
              <a:t>Anayasa</a:t>
            </a:r>
            <a:r>
              <a:rPr lang="en-US" dirty="0"/>
              <a:t> </a:t>
            </a:r>
            <a:r>
              <a:rPr lang="en-US" dirty="0" err="1"/>
              <a:t>Yargısına</a:t>
            </a:r>
            <a:r>
              <a:rPr lang="en-US" dirty="0"/>
              <a:t> </a:t>
            </a:r>
            <a:r>
              <a:rPr lang="en-US" dirty="0" err="1"/>
              <a:t>Giriş</a:t>
            </a:r>
            <a:endParaRPr lang="en-US" dirty="0"/>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24</a:t>
            </a:fld>
            <a:endParaRPr lang="en-US" dirty="0"/>
          </a:p>
        </p:txBody>
      </p:sp>
      <p:sp>
        <p:nvSpPr>
          <p:cNvPr id="6" name="Content Placeholder 2">
            <a:extLst>
              <a:ext uri="{FF2B5EF4-FFF2-40B4-BE49-F238E27FC236}">
                <a16:creationId xmlns:a16="http://schemas.microsoft.com/office/drawing/2014/main" id="{7356187E-7E56-28DF-8B05-7CB9D18D0B13}"/>
              </a:ext>
            </a:extLst>
          </p:cNvPr>
          <p:cNvSpPr txBox="1">
            <a:spLocks/>
          </p:cNvSpPr>
          <p:nvPr/>
        </p:nvSpPr>
        <p:spPr>
          <a:xfrm>
            <a:off x="4224527" y="1435125"/>
            <a:ext cx="7547059" cy="3767496"/>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200000"/>
              </a:lnSpc>
              <a:buFont typeface="Arial" panose="020B0604020202020204" pitchFamily="34" charset="0"/>
              <a:buChar char="•"/>
            </a:pPr>
            <a:r>
              <a:rPr lang="tr-TR" sz="2800" b="1" dirty="0"/>
              <a:t>TBMM İçtüzüğü</a:t>
            </a:r>
          </a:p>
          <a:p>
            <a:r>
              <a:rPr lang="en-US" sz="1800" dirty="0" err="1">
                <a:effectLst/>
                <a:latin typeface="Times New Roman,Bold" pitchFamily="2" charset="0"/>
              </a:rPr>
              <a:t>Anayasaya</a:t>
            </a:r>
            <a:r>
              <a:rPr lang="en-US" sz="1800" dirty="0">
                <a:effectLst/>
                <a:latin typeface="Times New Roman,Bold" pitchFamily="2" charset="0"/>
              </a:rPr>
              <a:t> </a:t>
            </a:r>
            <a:r>
              <a:rPr lang="en-US" sz="1800" dirty="0" err="1">
                <a:effectLst/>
                <a:latin typeface="Times New Roman,Bold" pitchFamily="2" charset="0"/>
              </a:rPr>
              <a:t>uygunluğun</a:t>
            </a:r>
            <a:r>
              <a:rPr lang="en-US" sz="1800" dirty="0">
                <a:effectLst/>
                <a:latin typeface="Times New Roman,Bold" pitchFamily="2" charset="0"/>
              </a:rPr>
              <a:t> </a:t>
            </a:r>
            <a:r>
              <a:rPr lang="en-US" sz="1800" dirty="0" err="1">
                <a:effectLst/>
                <a:latin typeface="Times New Roman,Bold" pitchFamily="2" charset="0"/>
              </a:rPr>
              <a:t>incelenmesi</a:t>
            </a:r>
            <a:br>
              <a:rPr lang="en-US" sz="1800" dirty="0">
                <a:effectLst/>
                <a:latin typeface="Times New Roman,Bold" pitchFamily="2" charset="0"/>
              </a:rPr>
            </a:br>
            <a:r>
              <a:rPr lang="en-US" sz="1800" dirty="0">
                <a:effectLst/>
                <a:latin typeface="Times New Roman,Bold" pitchFamily="2" charset="0"/>
              </a:rPr>
              <a:t>MADDE 38- </a:t>
            </a:r>
            <a:r>
              <a:rPr lang="en-US" sz="1800" dirty="0" err="1">
                <a:effectLst/>
                <a:latin typeface="Times New Roman" panose="02020603050405020304" pitchFamily="18" charset="0"/>
              </a:rPr>
              <a:t>Komisyonlar</a:t>
            </a:r>
            <a:r>
              <a:rPr lang="en-US" sz="1800" dirty="0">
                <a:effectLst/>
                <a:latin typeface="Times New Roman" panose="02020603050405020304" pitchFamily="18" charset="0"/>
              </a:rPr>
              <a:t>, </a:t>
            </a:r>
            <a:r>
              <a:rPr lang="en-US" sz="1800" dirty="0" err="1">
                <a:effectLst/>
                <a:latin typeface="Times New Roman" panose="02020603050405020304" pitchFamily="18" charset="0"/>
              </a:rPr>
              <a:t>kendilerine</a:t>
            </a:r>
            <a:r>
              <a:rPr lang="en-US" sz="1800" dirty="0">
                <a:effectLst/>
                <a:latin typeface="Times New Roman" panose="02020603050405020304" pitchFamily="18" charset="0"/>
              </a:rPr>
              <a:t> </a:t>
            </a:r>
            <a:r>
              <a:rPr lang="en-US" sz="1800" dirty="0" err="1">
                <a:effectLst/>
                <a:latin typeface="Times New Roman" panose="02020603050405020304" pitchFamily="18" charset="0"/>
              </a:rPr>
              <a:t>havale</a:t>
            </a:r>
            <a:r>
              <a:rPr lang="en-US" sz="1800" dirty="0">
                <a:effectLst/>
                <a:latin typeface="Times New Roman" panose="02020603050405020304" pitchFamily="18" charset="0"/>
              </a:rPr>
              <a:t> </a:t>
            </a:r>
            <a:r>
              <a:rPr lang="en-US" sz="1800" dirty="0" err="1">
                <a:effectLst/>
                <a:latin typeface="Times New Roman" panose="02020603050405020304" pitchFamily="18" charset="0"/>
              </a:rPr>
              <a:t>edilen</a:t>
            </a:r>
            <a:r>
              <a:rPr lang="en-US" sz="1800" dirty="0">
                <a:effectLst/>
                <a:latin typeface="Times New Roman" panose="02020603050405020304" pitchFamily="18" charset="0"/>
              </a:rPr>
              <a:t> </a:t>
            </a:r>
            <a:r>
              <a:rPr lang="en-US" sz="1800" dirty="0" err="1">
                <a:effectLst/>
                <a:latin typeface="Times New Roman" panose="02020603050405020304" pitchFamily="18" charset="0"/>
              </a:rPr>
              <a:t>tekliflerin</a:t>
            </a:r>
            <a:r>
              <a:rPr lang="en-US" sz="1800" dirty="0">
                <a:effectLst/>
                <a:latin typeface="Times New Roman" panose="02020603050405020304" pitchFamily="18" charset="0"/>
              </a:rPr>
              <a:t> ilk </a:t>
            </a:r>
            <a:r>
              <a:rPr lang="en-US" sz="1800" dirty="0" err="1">
                <a:effectLst/>
                <a:latin typeface="Times New Roman" panose="02020603050405020304" pitchFamily="18" charset="0"/>
              </a:rPr>
              <a:t>önce</a:t>
            </a:r>
            <a:r>
              <a:rPr lang="en-US" sz="1800" dirty="0">
                <a:latin typeface="Times New Roman" panose="02020603050405020304" pitchFamily="18" charset="0"/>
              </a:rPr>
              <a:t> </a:t>
            </a:r>
            <a:r>
              <a:rPr lang="en-US" sz="1800" dirty="0" err="1">
                <a:effectLst/>
                <a:latin typeface="Times New Roman" panose="02020603050405020304" pitchFamily="18" charset="0"/>
              </a:rPr>
              <a:t>Anayasanın</a:t>
            </a:r>
            <a:r>
              <a:rPr lang="en-US" sz="1800" dirty="0">
                <a:effectLst/>
                <a:latin typeface="Times New Roman" panose="02020603050405020304" pitchFamily="18" charset="0"/>
              </a:rPr>
              <a:t> </a:t>
            </a:r>
            <a:r>
              <a:rPr lang="en-US" sz="1800" dirty="0" err="1">
                <a:effectLst/>
                <a:latin typeface="Times New Roman" panose="02020603050405020304" pitchFamily="18" charset="0"/>
              </a:rPr>
              <a:t>metin</a:t>
            </a:r>
            <a:r>
              <a:rPr lang="en-US" sz="1800" dirty="0">
                <a:effectLst/>
                <a:latin typeface="Times New Roman" panose="02020603050405020304" pitchFamily="18" charset="0"/>
              </a:rPr>
              <a:t> </a:t>
            </a:r>
            <a:r>
              <a:rPr lang="en-US" sz="1800" dirty="0" err="1">
                <a:effectLst/>
                <a:latin typeface="Times New Roman" panose="02020603050405020304" pitchFamily="18" charset="0"/>
              </a:rPr>
              <a:t>ve</a:t>
            </a:r>
            <a:r>
              <a:rPr lang="en-US" sz="1800" dirty="0">
                <a:effectLst/>
                <a:latin typeface="Times New Roman" panose="02020603050405020304" pitchFamily="18" charset="0"/>
              </a:rPr>
              <a:t> </a:t>
            </a:r>
            <a:r>
              <a:rPr lang="en-US" sz="1800" dirty="0" err="1">
                <a:effectLst/>
                <a:latin typeface="Times New Roman" panose="02020603050405020304" pitchFamily="18" charset="0"/>
              </a:rPr>
              <a:t>ruhuna</a:t>
            </a:r>
            <a:r>
              <a:rPr lang="en-US" sz="1800" dirty="0">
                <a:effectLst/>
                <a:latin typeface="Times New Roman" panose="02020603050405020304" pitchFamily="18" charset="0"/>
              </a:rPr>
              <a:t> </a:t>
            </a:r>
            <a:r>
              <a:rPr lang="en-US" sz="1800" dirty="0" err="1">
                <a:effectLst/>
                <a:latin typeface="Times New Roman" panose="02020603050405020304" pitchFamily="18" charset="0"/>
              </a:rPr>
              <a:t>aykırı</a:t>
            </a:r>
            <a:r>
              <a:rPr lang="en-US" sz="1800" dirty="0">
                <a:effectLst/>
                <a:latin typeface="Times New Roman" panose="02020603050405020304" pitchFamily="18" charset="0"/>
              </a:rPr>
              <a:t> </a:t>
            </a:r>
            <a:r>
              <a:rPr lang="en-US" sz="1800" dirty="0" err="1">
                <a:effectLst/>
                <a:latin typeface="Times New Roman" panose="02020603050405020304" pitchFamily="18" charset="0"/>
              </a:rPr>
              <a:t>olup</a:t>
            </a:r>
            <a:r>
              <a:rPr lang="en-US" sz="1800" dirty="0">
                <a:effectLst/>
                <a:latin typeface="Times New Roman" panose="02020603050405020304" pitchFamily="18" charset="0"/>
              </a:rPr>
              <a:t> </a:t>
            </a:r>
            <a:r>
              <a:rPr lang="en-US" sz="1800" dirty="0" err="1">
                <a:effectLst/>
                <a:latin typeface="Times New Roman" panose="02020603050405020304" pitchFamily="18" charset="0"/>
              </a:rPr>
              <a:t>olmadığını</a:t>
            </a:r>
            <a:r>
              <a:rPr lang="en-US" sz="1800" dirty="0">
                <a:effectLst/>
                <a:latin typeface="Times New Roman" panose="02020603050405020304" pitchFamily="18" charset="0"/>
              </a:rPr>
              <a:t> </a:t>
            </a:r>
            <a:r>
              <a:rPr lang="en-US" sz="1800" dirty="0" err="1">
                <a:effectLst/>
                <a:latin typeface="Times New Roman" panose="02020603050405020304" pitchFamily="18" charset="0"/>
              </a:rPr>
              <a:t>tetkik</a:t>
            </a:r>
            <a:r>
              <a:rPr lang="en-US" sz="1800" dirty="0">
                <a:effectLst/>
                <a:latin typeface="Times New Roman" panose="02020603050405020304" pitchFamily="18" charset="0"/>
              </a:rPr>
              <a:t> </a:t>
            </a:r>
            <a:r>
              <a:rPr lang="en-US" sz="1800" dirty="0" err="1">
                <a:effectLst/>
                <a:latin typeface="Times New Roman" panose="02020603050405020304" pitchFamily="18" charset="0"/>
              </a:rPr>
              <a:t>etmekle</a:t>
            </a:r>
            <a:r>
              <a:rPr lang="en-US" sz="1800" dirty="0">
                <a:effectLst/>
                <a:latin typeface="Times New Roman" panose="02020603050405020304" pitchFamily="18" charset="0"/>
              </a:rPr>
              <a:t> </a:t>
            </a:r>
            <a:r>
              <a:rPr lang="en-US" sz="1800" dirty="0" err="1">
                <a:effectLst/>
                <a:latin typeface="Times New Roman" panose="02020603050405020304" pitchFamily="18" charset="0"/>
              </a:rPr>
              <a:t>yükümlüdürler</a:t>
            </a:r>
            <a:r>
              <a:rPr lang="en-US" sz="1800" dirty="0">
                <a:effectLst/>
                <a:latin typeface="Times New Roman" panose="02020603050405020304" pitchFamily="18" charset="0"/>
              </a:rPr>
              <a:t>. </a:t>
            </a:r>
            <a:endParaRPr lang="en-US" sz="2000" dirty="0"/>
          </a:p>
          <a:p>
            <a:r>
              <a:rPr lang="en-US" sz="1800" dirty="0">
                <a:effectLst/>
                <a:latin typeface="Times New Roman" panose="02020603050405020304" pitchFamily="18" charset="0"/>
              </a:rPr>
              <a:t>Bir </a:t>
            </a:r>
            <a:r>
              <a:rPr lang="en-US" sz="1800" dirty="0" err="1">
                <a:effectLst/>
                <a:latin typeface="Times New Roman" panose="02020603050405020304" pitchFamily="18" charset="0"/>
              </a:rPr>
              <a:t>komisyon</a:t>
            </a:r>
            <a:r>
              <a:rPr lang="en-US" sz="1800" dirty="0">
                <a:effectLst/>
                <a:latin typeface="Times New Roman" panose="02020603050405020304" pitchFamily="18" charset="0"/>
              </a:rPr>
              <a:t>, </a:t>
            </a:r>
            <a:r>
              <a:rPr lang="en-US" sz="1800" dirty="0" err="1">
                <a:effectLst/>
                <a:latin typeface="Times New Roman" panose="02020603050405020304" pitchFamily="18" charset="0"/>
              </a:rPr>
              <a:t>bir</a:t>
            </a:r>
            <a:r>
              <a:rPr lang="en-US" sz="1800" dirty="0">
                <a:effectLst/>
                <a:latin typeface="Times New Roman" panose="02020603050405020304" pitchFamily="18" charset="0"/>
              </a:rPr>
              <a:t> </a:t>
            </a:r>
            <a:r>
              <a:rPr lang="en-US" sz="1800" dirty="0" err="1">
                <a:effectLst/>
                <a:latin typeface="Times New Roman" panose="02020603050405020304" pitchFamily="18" charset="0"/>
              </a:rPr>
              <a:t>teklifin</a:t>
            </a:r>
            <a:r>
              <a:rPr lang="en-US" sz="1800" dirty="0">
                <a:effectLst/>
                <a:latin typeface="Times New Roman" panose="02020603050405020304" pitchFamily="18" charset="0"/>
              </a:rPr>
              <a:t> </a:t>
            </a:r>
            <a:r>
              <a:rPr lang="en-US" sz="1800" dirty="0" err="1">
                <a:effectLst/>
                <a:latin typeface="Times New Roman" panose="02020603050405020304" pitchFamily="18" charset="0"/>
              </a:rPr>
              <a:t>Anayasaya</a:t>
            </a:r>
            <a:r>
              <a:rPr lang="en-US" sz="1800" dirty="0">
                <a:effectLst/>
                <a:latin typeface="Times New Roman" panose="02020603050405020304" pitchFamily="18" charset="0"/>
              </a:rPr>
              <a:t> </a:t>
            </a:r>
            <a:r>
              <a:rPr lang="en-US" sz="1800" dirty="0" err="1">
                <a:effectLst/>
                <a:latin typeface="Times New Roman" panose="02020603050405020304" pitchFamily="18" charset="0"/>
              </a:rPr>
              <a:t>aykırı</a:t>
            </a:r>
            <a:r>
              <a:rPr lang="en-US" sz="1800" dirty="0">
                <a:effectLst/>
                <a:latin typeface="Times New Roman" panose="02020603050405020304" pitchFamily="18" charset="0"/>
              </a:rPr>
              <a:t> </a:t>
            </a:r>
            <a:r>
              <a:rPr lang="en-US" sz="1800" dirty="0" err="1">
                <a:effectLst/>
                <a:latin typeface="Times New Roman" panose="02020603050405020304" pitchFamily="18" charset="0"/>
              </a:rPr>
              <a:t>olduğunu</a:t>
            </a:r>
            <a:r>
              <a:rPr lang="en-US" sz="1800" dirty="0">
                <a:effectLst/>
                <a:latin typeface="Times New Roman" panose="02020603050405020304" pitchFamily="18" charset="0"/>
              </a:rPr>
              <a:t> </a:t>
            </a:r>
            <a:r>
              <a:rPr lang="en-US" sz="1800" dirty="0" err="1">
                <a:effectLst/>
                <a:latin typeface="Times New Roman" panose="02020603050405020304" pitchFamily="18" charset="0"/>
              </a:rPr>
              <a:t>gördüğu</a:t>
            </a:r>
            <a:r>
              <a:rPr lang="en-US" sz="1800" dirty="0">
                <a:effectLst/>
                <a:latin typeface="Times New Roman" panose="02020603050405020304" pitchFamily="18" charset="0"/>
              </a:rPr>
              <a:t>̈ </a:t>
            </a:r>
            <a:r>
              <a:rPr lang="en-US" sz="1800" dirty="0" err="1">
                <a:effectLst/>
                <a:latin typeface="Times New Roman" panose="02020603050405020304" pitchFamily="18" charset="0"/>
              </a:rPr>
              <a:t>takdirde</a:t>
            </a:r>
            <a:r>
              <a:rPr lang="en-US" sz="1800" dirty="0">
                <a:effectLst/>
                <a:latin typeface="Times New Roman" panose="02020603050405020304" pitchFamily="18" charset="0"/>
              </a:rPr>
              <a:t> </a:t>
            </a:r>
            <a:r>
              <a:rPr lang="en-US" sz="1800" dirty="0" err="1">
                <a:effectLst/>
                <a:latin typeface="Times New Roman" panose="02020603050405020304" pitchFamily="18" charset="0"/>
              </a:rPr>
              <a:t>gerekçesini</a:t>
            </a:r>
            <a:r>
              <a:rPr lang="en-US" sz="1800" dirty="0">
                <a:effectLst/>
                <a:latin typeface="Times New Roman" panose="02020603050405020304" pitchFamily="18" charset="0"/>
              </a:rPr>
              <a:t> </a:t>
            </a:r>
            <a:r>
              <a:rPr lang="en-US" sz="1800" dirty="0" err="1">
                <a:effectLst/>
                <a:latin typeface="Times New Roman" panose="02020603050405020304" pitchFamily="18" charset="0"/>
              </a:rPr>
              <a:t>belirterek</a:t>
            </a:r>
            <a:r>
              <a:rPr lang="en-US" sz="1800" dirty="0">
                <a:effectLst/>
                <a:latin typeface="Times New Roman" panose="02020603050405020304" pitchFamily="18" charset="0"/>
              </a:rPr>
              <a:t> </a:t>
            </a:r>
            <a:r>
              <a:rPr lang="en-US" sz="1800" dirty="0" err="1">
                <a:effectLst/>
                <a:latin typeface="Times New Roman" panose="02020603050405020304" pitchFamily="18" charset="0"/>
              </a:rPr>
              <a:t>maddelerin</a:t>
            </a:r>
            <a:r>
              <a:rPr lang="en-US" sz="1800" dirty="0">
                <a:effectLst/>
                <a:latin typeface="Times New Roman" panose="02020603050405020304" pitchFamily="18" charset="0"/>
              </a:rPr>
              <a:t> </a:t>
            </a:r>
            <a:r>
              <a:rPr lang="en-US" sz="1800" dirty="0" err="1">
                <a:effectLst/>
                <a:latin typeface="Times New Roman" panose="02020603050405020304" pitchFamily="18" charset="0"/>
              </a:rPr>
              <a:t>müzakeresine</a:t>
            </a:r>
            <a:r>
              <a:rPr lang="en-US" sz="1800" dirty="0">
                <a:effectLst/>
                <a:latin typeface="Times New Roman" panose="02020603050405020304" pitchFamily="18" charset="0"/>
              </a:rPr>
              <a:t> </a:t>
            </a:r>
            <a:r>
              <a:rPr lang="en-US" sz="1800" dirty="0" err="1">
                <a:effectLst/>
                <a:latin typeface="Times New Roman" panose="02020603050405020304" pitchFamily="18" charset="0"/>
              </a:rPr>
              <a:t>geçmeden</a:t>
            </a:r>
            <a:r>
              <a:rPr lang="en-US" sz="1800" dirty="0">
                <a:effectLst/>
                <a:latin typeface="Times New Roman" panose="02020603050405020304" pitchFamily="18" charset="0"/>
              </a:rPr>
              <a:t> </a:t>
            </a:r>
            <a:r>
              <a:rPr lang="en-US" sz="1800" dirty="0" err="1">
                <a:effectLst/>
                <a:latin typeface="Times New Roman" panose="02020603050405020304" pitchFamily="18" charset="0"/>
              </a:rPr>
              <a:t>reddeder</a:t>
            </a:r>
            <a:r>
              <a:rPr lang="en-US" sz="1800" dirty="0">
                <a:effectLst/>
                <a:latin typeface="Times New Roman" panose="02020603050405020304" pitchFamily="18" charset="0"/>
              </a:rPr>
              <a:t>. </a:t>
            </a:r>
            <a:endParaRPr lang="en-US" sz="2000" dirty="0"/>
          </a:p>
          <a:p>
            <a:endParaRPr lang="tr-TR" sz="2800" b="1" dirty="0"/>
          </a:p>
          <a:p>
            <a:endParaRPr lang="en-US" dirty="0"/>
          </a:p>
        </p:txBody>
      </p:sp>
      <p:sp>
        <p:nvSpPr>
          <p:cNvPr id="10" name="Content Placeholder 2">
            <a:extLst>
              <a:ext uri="{FF2B5EF4-FFF2-40B4-BE49-F238E27FC236}">
                <a16:creationId xmlns:a16="http://schemas.microsoft.com/office/drawing/2014/main" id="{92BF9542-76E2-BE0E-1168-4DB5FE0ACE44}"/>
              </a:ext>
            </a:extLst>
          </p:cNvPr>
          <p:cNvSpPr txBox="1">
            <a:spLocks/>
          </p:cNvSpPr>
          <p:nvPr/>
        </p:nvSpPr>
        <p:spPr>
          <a:xfrm>
            <a:off x="4224528" y="322275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11188924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p:txBody>
          <a:bodyPr/>
          <a:lstStyle/>
          <a:p>
            <a:r>
              <a:rPr lang="en-US" dirty="0" err="1"/>
              <a:t>Anayasa</a:t>
            </a:r>
            <a:r>
              <a:rPr lang="en-US" dirty="0"/>
              <a:t> </a:t>
            </a:r>
            <a:r>
              <a:rPr lang="en-US" dirty="0" err="1"/>
              <a:t>Yargısına</a:t>
            </a:r>
            <a:r>
              <a:rPr lang="en-US" dirty="0"/>
              <a:t> </a:t>
            </a:r>
            <a:r>
              <a:rPr lang="en-US" dirty="0" err="1"/>
              <a:t>Giriş</a:t>
            </a:r>
            <a:endParaRPr lang="en-US" dirty="0"/>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25</a:t>
            </a:fld>
            <a:endParaRPr lang="en-US" dirty="0"/>
          </a:p>
        </p:txBody>
      </p:sp>
      <p:sp>
        <p:nvSpPr>
          <p:cNvPr id="6" name="Content Placeholder 2">
            <a:extLst>
              <a:ext uri="{FF2B5EF4-FFF2-40B4-BE49-F238E27FC236}">
                <a16:creationId xmlns:a16="http://schemas.microsoft.com/office/drawing/2014/main" id="{7356187E-7E56-28DF-8B05-7CB9D18D0B13}"/>
              </a:ext>
            </a:extLst>
          </p:cNvPr>
          <p:cNvSpPr txBox="1">
            <a:spLocks/>
          </p:cNvSpPr>
          <p:nvPr/>
        </p:nvSpPr>
        <p:spPr>
          <a:xfrm>
            <a:off x="4224527" y="1435125"/>
            <a:ext cx="7547059" cy="3767496"/>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200000"/>
              </a:lnSpc>
              <a:buFont typeface="Arial" panose="020B0604020202020204" pitchFamily="34" charset="0"/>
              <a:buChar char="•"/>
            </a:pPr>
            <a:r>
              <a:rPr lang="tr-TR" sz="2800" b="1" dirty="0"/>
              <a:t>TBMM İçtüzüğü</a:t>
            </a:r>
          </a:p>
          <a:p>
            <a:endParaRPr lang="en-US" sz="1800" dirty="0">
              <a:effectLst/>
              <a:latin typeface="Times New Roman,Bold" pitchFamily="2" charset="0"/>
            </a:endParaRPr>
          </a:p>
          <a:p>
            <a:r>
              <a:rPr lang="en-US" sz="1800" dirty="0" err="1">
                <a:effectLst/>
                <a:latin typeface="Times New Roman,Bold" pitchFamily="2" charset="0"/>
              </a:rPr>
              <a:t>Anayasaya</a:t>
            </a:r>
            <a:r>
              <a:rPr lang="en-US" sz="1800" dirty="0">
                <a:effectLst/>
                <a:latin typeface="Times New Roman,Bold" pitchFamily="2" charset="0"/>
              </a:rPr>
              <a:t> </a:t>
            </a:r>
            <a:r>
              <a:rPr lang="en-US" sz="1800" dirty="0" err="1">
                <a:effectLst/>
                <a:latin typeface="Times New Roman,Bold" pitchFamily="2" charset="0"/>
              </a:rPr>
              <a:t>aykırılık</a:t>
            </a:r>
            <a:r>
              <a:rPr lang="en-US" sz="1800" dirty="0">
                <a:effectLst/>
                <a:latin typeface="Times New Roman,Bold" pitchFamily="2" charset="0"/>
              </a:rPr>
              <a:t> </a:t>
            </a:r>
            <a:r>
              <a:rPr lang="en-US" sz="1800" dirty="0" err="1">
                <a:effectLst/>
                <a:latin typeface="Times New Roman,Bold" pitchFamily="2" charset="0"/>
              </a:rPr>
              <a:t>önergeleri</a:t>
            </a:r>
            <a:r>
              <a:rPr lang="en-US" sz="1800" dirty="0">
                <a:effectLst/>
                <a:latin typeface="Times New Roman,Bold" pitchFamily="2" charset="0"/>
              </a:rPr>
              <a:t> </a:t>
            </a:r>
            <a:endParaRPr lang="en-US" sz="1400" dirty="0"/>
          </a:p>
          <a:p>
            <a:r>
              <a:rPr lang="en-US" sz="1800" dirty="0">
                <a:effectLst/>
                <a:latin typeface="Times New Roman,Bold" pitchFamily="2" charset="0"/>
              </a:rPr>
              <a:t>MADDE 84- </a:t>
            </a:r>
            <a:r>
              <a:rPr lang="en-US" sz="1800" dirty="0">
                <a:effectLst/>
                <a:latin typeface="Times New Roman" panose="02020603050405020304" pitchFamily="18" charset="0"/>
              </a:rPr>
              <a:t>Bir kanun </a:t>
            </a:r>
            <a:r>
              <a:rPr lang="en-US" sz="1800" dirty="0" err="1">
                <a:effectLst/>
                <a:latin typeface="Times New Roman" panose="02020603050405020304" pitchFamily="18" charset="0"/>
              </a:rPr>
              <a:t>teklifinin</a:t>
            </a:r>
            <a:r>
              <a:rPr lang="en-US" sz="1800" dirty="0">
                <a:effectLst/>
                <a:latin typeface="Times New Roman" panose="02020603050405020304" pitchFamily="18" charset="0"/>
              </a:rPr>
              <a:t> </a:t>
            </a:r>
            <a:r>
              <a:rPr lang="en-US" sz="1800" dirty="0" err="1">
                <a:effectLst/>
                <a:latin typeface="Times New Roman" panose="02020603050405020304" pitchFamily="18" charset="0"/>
              </a:rPr>
              <a:t>Genel</a:t>
            </a:r>
            <a:r>
              <a:rPr lang="en-US" sz="1800" dirty="0">
                <a:effectLst/>
                <a:latin typeface="Times New Roman" panose="02020603050405020304" pitchFamily="18" charset="0"/>
              </a:rPr>
              <a:t> </a:t>
            </a:r>
            <a:r>
              <a:rPr lang="en-US" sz="1800" dirty="0" err="1">
                <a:effectLst/>
                <a:latin typeface="Times New Roman" panose="02020603050405020304" pitchFamily="18" charset="0"/>
              </a:rPr>
              <a:t>Kuruldaki</a:t>
            </a:r>
            <a:r>
              <a:rPr lang="en-US" sz="1800" dirty="0">
                <a:effectLst/>
                <a:latin typeface="Times New Roman" panose="02020603050405020304" pitchFamily="18" charset="0"/>
              </a:rPr>
              <a:t> </a:t>
            </a:r>
            <a:r>
              <a:rPr lang="en-US" sz="1800" dirty="0" err="1">
                <a:effectLst/>
                <a:latin typeface="Times New Roman" panose="02020603050405020304" pitchFamily="18" charset="0"/>
              </a:rPr>
              <a:t>görüşülmesi</a:t>
            </a:r>
            <a:r>
              <a:rPr lang="en-US" sz="1800" dirty="0">
                <a:effectLst/>
                <a:latin typeface="Times New Roman" panose="02020603050405020304" pitchFamily="18" charset="0"/>
              </a:rPr>
              <a:t> </a:t>
            </a:r>
            <a:r>
              <a:rPr lang="en-US" sz="1800" dirty="0" err="1">
                <a:effectLst/>
                <a:latin typeface="Times New Roman" panose="02020603050405020304" pitchFamily="18" charset="0"/>
              </a:rPr>
              <a:t>sırasında</a:t>
            </a:r>
            <a:r>
              <a:rPr lang="en-US" sz="1800" dirty="0">
                <a:effectLst/>
                <a:latin typeface="Times New Roman" panose="02020603050405020304" pitchFamily="18" charset="0"/>
              </a:rPr>
              <a:t> </a:t>
            </a:r>
            <a:r>
              <a:rPr lang="en-US" sz="1800" dirty="0" err="1">
                <a:effectLst/>
                <a:latin typeface="Times New Roman" panose="02020603050405020304" pitchFamily="18" charset="0"/>
              </a:rPr>
              <a:t>teklifin</a:t>
            </a:r>
            <a:r>
              <a:rPr lang="en-US" sz="1800" dirty="0">
                <a:effectLst/>
                <a:latin typeface="Times New Roman" panose="02020603050405020304" pitchFamily="18" charset="0"/>
              </a:rPr>
              <a:t> belli </a:t>
            </a:r>
            <a:r>
              <a:rPr lang="en-US" sz="1800" dirty="0" err="1">
                <a:effectLst/>
                <a:latin typeface="Times New Roman" panose="02020603050405020304" pitchFamily="18" charset="0"/>
              </a:rPr>
              <a:t>bir</a:t>
            </a:r>
            <a:r>
              <a:rPr lang="en-US" sz="1800" dirty="0">
                <a:effectLst/>
                <a:latin typeface="Times New Roman" panose="02020603050405020304" pitchFamily="18" charset="0"/>
              </a:rPr>
              <a:t> </a:t>
            </a:r>
            <a:r>
              <a:rPr lang="en-US" sz="1800" dirty="0" err="1">
                <a:effectLst/>
                <a:latin typeface="Times New Roman" panose="02020603050405020304" pitchFamily="18" charset="0"/>
              </a:rPr>
              <a:t>maddesinin</a:t>
            </a:r>
            <a:r>
              <a:rPr lang="en-US" sz="1800" dirty="0">
                <a:effectLst/>
                <a:latin typeface="Times New Roman" panose="02020603050405020304" pitchFamily="18" charset="0"/>
              </a:rPr>
              <a:t> </a:t>
            </a:r>
            <a:r>
              <a:rPr lang="en-US" sz="1800" dirty="0" err="1">
                <a:effectLst/>
                <a:latin typeface="Times New Roman" panose="02020603050405020304" pitchFamily="18" charset="0"/>
              </a:rPr>
              <a:t>Anayasaya</a:t>
            </a:r>
            <a:r>
              <a:rPr lang="en-US" sz="1800" dirty="0">
                <a:effectLst/>
                <a:latin typeface="Times New Roman" panose="02020603050405020304" pitchFamily="18" charset="0"/>
              </a:rPr>
              <a:t> </a:t>
            </a:r>
            <a:r>
              <a:rPr lang="en-US" sz="1800" dirty="0" err="1">
                <a:effectLst/>
                <a:latin typeface="Times New Roman" panose="02020603050405020304" pitchFamily="18" charset="0"/>
              </a:rPr>
              <a:t>aykırı</a:t>
            </a:r>
            <a:r>
              <a:rPr lang="en-US" sz="1800" dirty="0">
                <a:effectLst/>
                <a:latin typeface="Times New Roman" panose="02020603050405020304" pitchFamily="18" charset="0"/>
              </a:rPr>
              <a:t> </a:t>
            </a:r>
            <a:r>
              <a:rPr lang="en-US" sz="1800" dirty="0" err="1">
                <a:effectLst/>
                <a:latin typeface="Times New Roman" panose="02020603050405020304" pitchFamily="18" charset="0"/>
              </a:rPr>
              <a:t>olduğu</a:t>
            </a:r>
            <a:r>
              <a:rPr lang="en-US" sz="1800" dirty="0">
                <a:effectLst/>
                <a:latin typeface="Times New Roman" panose="02020603050405020304" pitchFamily="18" charset="0"/>
              </a:rPr>
              <a:t> </a:t>
            </a:r>
            <a:r>
              <a:rPr lang="en-US" sz="1800" dirty="0" err="1">
                <a:effectLst/>
                <a:latin typeface="Times New Roman" panose="02020603050405020304" pitchFamily="18" charset="0"/>
              </a:rPr>
              <a:t>gerekçesiyle</a:t>
            </a:r>
            <a:r>
              <a:rPr lang="en-US" sz="1800" dirty="0">
                <a:effectLst/>
                <a:latin typeface="Times New Roman" panose="02020603050405020304" pitchFamily="18" charset="0"/>
              </a:rPr>
              <a:t> </a:t>
            </a:r>
            <a:r>
              <a:rPr lang="en-US" sz="1800" dirty="0" err="1">
                <a:effectLst/>
                <a:latin typeface="Times New Roman" panose="02020603050405020304" pitchFamily="18" charset="0"/>
              </a:rPr>
              <a:t>reddini</a:t>
            </a:r>
            <a:r>
              <a:rPr lang="en-US" sz="1800" dirty="0">
                <a:effectLst/>
                <a:latin typeface="Times New Roman" panose="02020603050405020304" pitchFamily="18" charset="0"/>
              </a:rPr>
              <a:t> </a:t>
            </a:r>
            <a:r>
              <a:rPr lang="en-US" sz="1800" dirty="0" err="1">
                <a:effectLst/>
                <a:latin typeface="Times New Roman" panose="02020603050405020304" pitchFamily="18" charset="0"/>
              </a:rPr>
              <a:t>isteyen</a:t>
            </a:r>
            <a:r>
              <a:rPr lang="en-US" sz="1800" dirty="0">
                <a:effectLst/>
                <a:latin typeface="Times New Roman" panose="02020603050405020304" pitchFamily="18" charset="0"/>
              </a:rPr>
              <a:t> </a:t>
            </a:r>
            <a:r>
              <a:rPr lang="en-US" sz="1800" dirty="0" err="1">
                <a:effectLst/>
                <a:latin typeface="Times New Roman" panose="02020603050405020304" pitchFamily="18" charset="0"/>
              </a:rPr>
              <a:t>önergeler</a:t>
            </a:r>
            <a:r>
              <a:rPr lang="en-US" sz="1800" dirty="0">
                <a:effectLst/>
                <a:latin typeface="Times New Roman" panose="02020603050405020304" pitchFamily="18" charset="0"/>
              </a:rPr>
              <a:t>, </a:t>
            </a:r>
            <a:r>
              <a:rPr lang="en-US" sz="1800" dirty="0" err="1">
                <a:effectLst/>
                <a:latin typeface="Times New Roman" panose="02020603050405020304" pitchFamily="18" charset="0"/>
              </a:rPr>
              <a:t>diğer</a:t>
            </a:r>
            <a:r>
              <a:rPr lang="en-US" sz="1800" dirty="0">
                <a:effectLst/>
                <a:latin typeface="Times New Roman" panose="02020603050405020304" pitchFamily="18" charset="0"/>
              </a:rPr>
              <a:t> </a:t>
            </a:r>
            <a:r>
              <a:rPr lang="en-US" sz="1800" dirty="0" err="1">
                <a:effectLst/>
                <a:latin typeface="Times New Roman" panose="02020603050405020304" pitchFamily="18" charset="0"/>
              </a:rPr>
              <a:t>önergelerden</a:t>
            </a:r>
            <a:r>
              <a:rPr lang="en-US" sz="1800" dirty="0">
                <a:effectLst/>
                <a:latin typeface="Times New Roman" panose="02020603050405020304" pitchFamily="18" charset="0"/>
              </a:rPr>
              <a:t> </a:t>
            </a:r>
            <a:r>
              <a:rPr lang="en-US" sz="1800" dirty="0" err="1">
                <a:effectLst/>
                <a:latin typeface="Times New Roman" panose="02020603050405020304" pitchFamily="18" charset="0"/>
              </a:rPr>
              <a:t>önce</a:t>
            </a:r>
            <a:r>
              <a:rPr lang="en-US" sz="1800" dirty="0">
                <a:effectLst/>
                <a:latin typeface="Times New Roman" panose="02020603050405020304" pitchFamily="18" charset="0"/>
              </a:rPr>
              <a:t> </a:t>
            </a:r>
            <a:r>
              <a:rPr lang="en-US" sz="1800" dirty="0" err="1">
                <a:effectLst/>
                <a:latin typeface="Times New Roman" panose="02020603050405020304" pitchFamily="18" charset="0"/>
              </a:rPr>
              <a:t>oylanır</a:t>
            </a:r>
            <a:r>
              <a:rPr lang="en-US" sz="1800" dirty="0">
                <a:effectLst/>
                <a:latin typeface="Times New Roman" panose="02020603050405020304" pitchFamily="18" charset="0"/>
              </a:rPr>
              <a:t>. </a:t>
            </a:r>
            <a:endParaRPr lang="tr-TR" sz="2800" b="1" dirty="0"/>
          </a:p>
          <a:p>
            <a:endParaRPr lang="en-US" dirty="0"/>
          </a:p>
        </p:txBody>
      </p:sp>
      <p:sp>
        <p:nvSpPr>
          <p:cNvPr id="10" name="Content Placeholder 2">
            <a:extLst>
              <a:ext uri="{FF2B5EF4-FFF2-40B4-BE49-F238E27FC236}">
                <a16:creationId xmlns:a16="http://schemas.microsoft.com/office/drawing/2014/main" id="{92BF9542-76E2-BE0E-1168-4DB5FE0ACE44}"/>
              </a:ext>
            </a:extLst>
          </p:cNvPr>
          <p:cNvSpPr txBox="1">
            <a:spLocks/>
          </p:cNvSpPr>
          <p:nvPr/>
        </p:nvSpPr>
        <p:spPr>
          <a:xfrm>
            <a:off x="4224528" y="322275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5720743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p:txBody>
          <a:bodyPr/>
          <a:lstStyle/>
          <a:p>
            <a:r>
              <a:rPr lang="en-US" dirty="0" err="1"/>
              <a:t>Anayasa</a:t>
            </a:r>
            <a:r>
              <a:rPr lang="en-US" dirty="0"/>
              <a:t> </a:t>
            </a:r>
            <a:r>
              <a:rPr lang="en-US" dirty="0" err="1"/>
              <a:t>Yargısına</a:t>
            </a:r>
            <a:r>
              <a:rPr lang="en-US" dirty="0"/>
              <a:t> </a:t>
            </a:r>
            <a:r>
              <a:rPr lang="en-US" dirty="0" err="1"/>
              <a:t>Giriş</a:t>
            </a:r>
            <a:endParaRPr lang="en-US" dirty="0"/>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26</a:t>
            </a:fld>
            <a:endParaRPr lang="en-US" dirty="0"/>
          </a:p>
        </p:txBody>
      </p:sp>
      <p:sp>
        <p:nvSpPr>
          <p:cNvPr id="6" name="Content Placeholder 2">
            <a:extLst>
              <a:ext uri="{FF2B5EF4-FFF2-40B4-BE49-F238E27FC236}">
                <a16:creationId xmlns:a16="http://schemas.microsoft.com/office/drawing/2014/main" id="{7356187E-7E56-28DF-8B05-7CB9D18D0B13}"/>
              </a:ext>
            </a:extLst>
          </p:cNvPr>
          <p:cNvSpPr txBox="1">
            <a:spLocks/>
          </p:cNvSpPr>
          <p:nvPr/>
        </p:nvSpPr>
        <p:spPr>
          <a:xfrm>
            <a:off x="4224527" y="1435125"/>
            <a:ext cx="7547059" cy="3767496"/>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200000"/>
              </a:lnSpc>
              <a:buFont typeface="Arial" panose="020B0604020202020204" pitchFamily="34" charset="0"/>
              <a:buChar char="•"/>
            </a:pPr>
            <a:r>
              <a:rPr lang="tr-TR" sz="2800" b="1" dirty="0"/>
              <a:t>Önleyici Denetim (A </a:t>
            </a:r>
            <a:r>
              <a:rPr lang="tr-TR" sz="2800" b="1" dirty="0" err="1"/>
              <a:t>priori</a:t>
            </a:r>
            <a:r>
              <a:rPr lang="tr-TR" sz="2800" b="1" dirty="0"/>
              <a:t>)</a:t>
            </a:r>
          </a:p>
          <a:p>
            <a:pPr marL="457200" indent="-457200">
              <a:lnSpc>
                <a:spcPct val="200000"/>
              </a:lnSpc>
              <a:buFont typeface="Arial" panose="020B0604020202020204" pitchFamily="34" charset="0"/>
              <a:buChar char="•"/>
            </a:pPr>
            <a:r>
              <a:rPr lang="tr-TR" sz="2800" b="1" dirty="0"/>
              <a:t>Düzeltici Denetim (A </a:t>
            </a:r>
            <a:r>
              <a:rPr lang="tr-TR" sz="2800" b="1" dirty="0" err="1"/>
              <a:t>posteriori</a:t>
            </a:r>
            <a:r>
              <a:rPr lang="tr-TR" sz="2800" b="1" dirty="0"/>
              <a:t>)</a:t>
            </a:r>
          </a:p>
          <a:p>
            <a:endParaRPr lang="tr-TR" sz="2800" b="1" dirty="0"/>
          </a:p>
          <a:p>
            <a:endParaRPr lang="en-US" dirty="0"/>
          </a:p>
        </p:txBody>
      </p:sp>
      <p:sp>
        <p:nvSpPr>
          <p:cNvPr id="10" name="Content Placeholder 2">
            <a:extLst>
              <a:ext uri="{FF2B5EF4-FFF2-40B4-BE49-F238E27FC236}">
                <a16:creationId xmlns:a16="http://schemas.microsoft.com/office/drawing/2014/main" id="{92BF9542-76E2-BE0E-1168-4DB5FE0ACE44}"/>
              </a:ext>
            </a:extLst>
          </p:cNvPr>
          <p:cNvSpPr txBox="1">
            <a:spLocks/>
          </p:cNvSpPr>
          <p:nvPr/>
        </p:nvSpPr>
        <p:spPr>
          <a:xfrm>
            <a:off x="4224528" y="322275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24143117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p:txBody>
          <a:bodyPr/>
          <a:lstStyle/>
          <a:p>
            <a:r>
              <a:rPr lang="en-US" dirty="0" err="1"/>
              <a:t>Anayasa</a:t>
            </a:r>
            <a:r>
              <a:rPr lang="en-US" dirty="0"/>
              <a:t> </a:t>
            </a:r>
            <a:r>
              <a:rPr lang="en-US" dirty="0" err="1"/>
              <a:t>Yargısına</a:t>
            </a:r>
            <a:r>
              <a:rPr lang="en-US" dirty="0"/>
              <a:t> </a:t>
            </a:r>
            <a:r>
              <a:rPr lang="en-US" dirty="0" err="1"/>
              <a:t>Giriş</a:t>
            </a:r>
            <a:endParaRPr lang="en-US" dirty="0"/>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27</a:t>
            </a:fld>
            <a:endParaRPr lang="en-US" dirty="0"/>
          </a:p>
        </p:txBody>
      </p:sp>
      <p:sp>
        <p:nvSpPr>
          <p:cNvPr id="6" name="Content Placeholder 2">
            <a:extLst>
              <a:ext uri="{FF2B5EF4-FFF2-40B4-BE49-F238E27FC236}">
                <a16:creationId xmlns:a16="http://schemas.microsoft.com/office/drawing/2014/main" id="{7356187E-7E56-28DF-8B05-7CB9D18D0B13}"/>
              </a:ext>
            </a:extLst>
          </p:cNvPr>
          <p:cNvSpPr txBox="1">
            <a:spLocks/>
          </p:cNvSpPr>
          <p:nvPr/>
        </p:nvSpPr>
        <p:spPr>
          <a:xfrm>
            <a:off x="4224527" y="1435125"/>
            <a:ext cx="7547059" cy="3767496"/>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200000"/>
              </a:lnSpc>
              <a:buFont typeface="Arial" panose="020B0604020202020204" pitchFamily="34" charset="0"/>
              <a:buChar char="•"/>
            </a:pPr>
            <a:r>
              <a:rPr lang="tr-TR" sz="2800" b="1" dirty="0"/>
              <a:t>Merkezileşmiş Anayasa Yargısı</a:t>
            </a:r>
          </a:p>
          <a:p>
            <a:pPr marL="804672" lvl="1" indent="-457200">
              <a:lnSpc>
                <a:spcPct val="200000"/>
              </a:lnSpc>
              <a:buFont typeface="Wingdings" pitchFamily="2" charset="2"/>
              <a:buChar char="ü"/>
            </a:pPr>
            <a:r>
              <a:rPr lang="tr-TR" sz="2400" dirty="0"/>
              <a:t>Avrupa Modeli /Tekelci Denetim</a:t>
            </a:r>
          </a:p>
          <a:p>
            <a:pPr marL="804672" lvl="1" indent="-457200">
              <a:lnSpc>
                <a:spcPct val="200000"/>
              </a:lnSpc>
              <a:buFont typeface="Wingdings" pitchFamily="2" charset="2"/>
              <a:buChar char="ü"/>
            </a:pPr>
            <a:r>
              <a:rPr lang="tr-TR" sz="2400" dirty="0"/>
              <a:t>Avusturya, Almanya, İtalya, Türkiye</a:t>
            </a:r>
          </a:p>
          <a:p>
            <a:pPr marL="457200" indent="-457200">
              <a:lnSpc>
                <a:spcPct val="200000"/>
              </a:lnSpc>
              <a:buFont typeface="Arial" panose="020B0604020202020204" pitchFamily="34" charset="0"/>
              <a:buChar char="•"/>
            </a:pPr>
            <a:r>
              <a:rPr lang="tr-TR" sz="2800" b="1" dirty="0"/>
              <a:t>Merkezileşmemiş Anayasa Yargısı</a:t>
            </a:r>
          </a:p>
          <a:p>
            <a:pPr marL="804672" lvl="1" indent="-457200">
              <a:lnSpc>
                <a:spcPct val="200000"/>
              </a:lnSpc>
              <a:buFont typeface="Wingdings" pitchFamily="2" charset="2"/>
              <a:buChar char="ü"/>
            </a:pPr>
            <a:r>
              <a:rPr lang="tr-TR" sz="2400" dirty="0"/>
              <a:t>Amerikan Modeli/Yaygın Denetim</a:t>
            </a:r>
          </a:p>
          <a:p>
            <a:pPr marL="804672" lvl="1" indent="-457200">
              <a:lnSpc>
                <a:spcPct val="200000"/>
              </a:lnSpc>
              <a:buFont typeface="Wingdings" pitchFamily="2" charset="2"/>
              <a:buChar char="ü"/>
            </a:pPr>
            <a:r>
              <a:rPr lang="tr-TR" sz="2400" dirty="0"/>
              <a:t>ABD, Kanada, Avustralya</a:t>
            </a:r>
          </a:p>
          <a:p>
            <a:endParaRPr lang="tr-TR" sz="2800" b="1" dirty="0"/>
          </a:p>
          <a:p>
            <a:endParaRPr lang="en-US" dirty="0"/>
          </a:p>
        </p:txBody>
      </p:sp>
      <p:sp>
        <p:nvSpPr>
          <p:cNvPr id="10" name="Content Placeholder 2">
            <a:extLst>
              <a:ext uri="{FF2B5EF4-FFF2-40B4-BE49-F238E27FC236}">
                <a16:creationId xmlns:a16="http://schemas.microsoft.com/office/drawing/2014/main" id="{92BF9542-76E2-BE0E-1168-4DB5FE0ACE44}"/>
              </a:ext>
            </a:extLst>
          </p:cNvPr>
          <p:cNvSpPr txBox="1">
            <a:spLocks/>
          </p:cNvSpPr>
          <p:nvPr/>
        </p:nvSpPr>
        <p:spPr>
          <a:xfrm>
            <a:off x="4224528" y="322275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35338102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p:txBody>
          <a:bodyPr/>
          <a:lstStyle/>
          <a:p>
            <a:r>
              <a:rPr lang="en-US" dirty="0" err="1"/>
              <a:t>Anayasa</a:t>
            </a:r>
            <a:r>
              <a:rPr lang="en-US" dirty="0"/>
              <a:t> </a:t>
            </a:r>
            <a:r>
              <a:rPr lang="en-US" dirty="0" err="1"/>
              <a:t>Yargısına</a:t>
            </a:r>
            <a:r>
              <a:rPr lang="en-US" dirty="0"/>
              <a:t> </a:t>
            </a:r>
            <a:r>
              <a:rPr lang="en-US" dirty="0" err="1"/>
              <a:t>Giriş</a:t>
            </a:r>
            <a:endParaRPr lang="en-US" dirty="0"/>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28</a:t>
            </a:fld>
            <a:endParaRPr lang="en-US" dirty="0"/>
          </a:p>
        </p:txBody>
      </p:sp>
      <p:sp>
        <p:nvSpPr>
          <p:cNvPr id="6" name="Content Placeholder 2">
            <a:extLst>
              <a:ext uri="{FF2B5EF4-FFF2-40B4-BE49-F238E27FC236}">
                <a16:creationId xmlns:a16="http://schemas.microsoft.com/office/drawing/2014/main" id="{7356187E-7E56-28DF-8B05-7CB9D18D0B13}"/>
              </a:ext>
            </a:extLst>
          </p:cNvPr>
          <p:cNvSpPr txBox="1">
            <a:spLocks/>
          </p:cNvSpPr>
          <p:nvPr/>
        </p:nvSpPr>
        <p:spPr>
          <a:xfrm>
            <a:off x="4224527" y="1435125"/>
            <a:ext cx="7547059" cy="3767496"/>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200000"/>
              </a:lnSpc>
              <a:buFont typeface="Arial" panose="020B0604020202020204" pitchFamily="34" charset="0"/>
              <a:buChar char="•"/>
            </a:pPr>
            <a:r>
              <a:rPr lang="tr-TR" sz="2800" b="1" dirty="0"/>
              <a:t>Şekil Yönünden</a:t>
            </a:r>
          </a:p>
          <a:p>
            <a:pPr marL="457200" indent="-457200">
              <a:lnSpc>
                <a:spcPct val="200000"/>
              </a:lnSpc>
              <a:buFont typeface="Arial" panose="020B0604020202020204" pitchFamily="34" charset="0"/>
              <a:buChar char="•"/>
            </a:pPr>
            <a:r>
              <a:rPr lang="tr-TR" sz="2800" b="1" dirty="0"/>
              <a:t>Esas Yönünden</a:t>
            </a:r>
          </a:p>
          <a:p>
            <a:pPr marL="804672" lvl="1" indent="-457200">
              <a:lnSpc>
                <a:spcPct val="100000"/>
              </a:lnSpc>
              <a:buFont typeface="Wingdings" pitchFamily="2" charset="2"/>
              <a:buChar char="ü"/>
            </a:pPr>
            <a:r>
              <a:rPr lang="tr-TR" sz="2400" dirty="0"/>
              <a:t>Sebep</a:t>
            </a:r>
          </a:p>
          <a:p>
            <a:pPr marL="804672" lvl="1" indent="-457200">
              <a:lnSpc>
                <a:spcPct val="100000"/>
              </a:lnSpc>
              <a:buFont typeface="Wingdings" pitchFamily="2" charset="2"/>
              <a:buChar char="ü"/>
            </a:pPr>
            <a:r>
              <a:rPr lang="tr-TR" sz="2400" dirty="0"/>
              <a:t>Amaç</a:t>
            </a:r>
          </a:p>
          <a:p>
            <a:pPr marL="804672" lvl="1" indent="-457200">
              <a:lnSpc>
                <a:spcPct val="100000"/>
              </a:lnSpc>
              <a:buFont typeface="Wingdings" pitchFamily="2" charset="2"/>
              <a:buChar char="ü"/>
            </a:pPr>
            <a:r>
              <a:rPr lang="tr-TR" sz="2400" dirty="0"/>
              <a:t>Konu</a:t>
            </a:r>
          </a:p>
          <a:p>
            <a:pPr marL="804672" lvl="1" indent="-457200">
              <a:lnSpc>
                <a:spcPct val="100000"/>
              </a:lnSpc>
              <a:buFont typeface="Wingdings" pitchFamily="2" charset="2"/>
              <a:buChar char="ü"/>
            </a:pPr>
            <a:r>
              <a:rPr lang="tr-TR" sz="2400" dirty="0"/>
              <a:t>Yetki</a:t>
            </a:r>
          </a:p>
          <a:p>
            <a:pPr marL="804672" lvl="1" indent="-457200">
              <a:lnSpc>
                <a:spcPct val="100000"/>
              </a:lnSpc>
              <a:buFont typeface="Wingdings" pitchFamily="2" charset="2"/>
              <a:buChar char="ü"/>
            </a:pPr>
            <a:r>
              <a:rPr lang="tr-TR" sz="2400" dirty="0"/>
              <a:t>Usul</a:t>
            </a:r>
          </a:p>
          <a:p>
            <a:endParaRPr lang="tr-TR" sz="2800" b="1" dirty="0"/>
          </a:p>
          <a:p>
            <a:endParaRPr lang="en-US" dirty="0"/>
          </a:p>
        </p:txBody>
      </p:sp>
      <p:sp>
        <p:nvSpPr>
          <p:cNvPr id="10" name="Content Placeholder 2">
            <a:extLst>
              <a:ext uri="{FF2B5EF4-FFF2-40B4-BE49-F238E27FC236}">
                <a16:creationId xmlns:a16="http://schemas.microsoft.com/office/drawing/2014/main" id="{92BF9542-76E2-BE0E-1168-4DB5FE0ACE44}"/>
              </a:ext>
            </a:extLst>
          </p:cNvPr>
          <p:cNvSpPr txBox="1">
            <a:spLocks/>
          </p:cNvSpPr>
          <p:nvPr/>
        </p:nvSpPr>
        <p:spPr>
          <a:xfrm>
            <a:off x="4224528" y="322275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146959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p:txBody>
          <a:bodyPr/>
          <a:lstStyle/>
          <a:p>
            <a:r>
              <a:rPr lang="en-US" dirty="0" err="1"/>
              <a:t>Anayasa</a:t>
            </a:r>
            <a:r>
              <a:rPr lang="en-US" dirty="0"/>
              <a:t> </a:t>
            </a:r>
            <a:r>
              <a:rPr lang="en-US" dirty="0" err="1"/>
              <a:t>Yargısına</a:t>
            </a:r>
            <a:r>
              <a:rPr lang="en-US" dirty="0"/>
              <a:t> </a:t>
            </a:r>
            <a:r>
              <a:rPr lang="en-US" dirty="0" err="1"/>
              <a:t>Giriş</a:t>
            </a:r>
            <a:endParaRPr lang="en-US" dirty="0"/>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29</a:t>
            </a:fld>
            <a:endParaRPr lang="en-US" dirty="0"/>
          </a:p>
        </p:txBody>
      </p:sp>
      <p:sp>
        <p:nvSpPr>
          <p:cNvPr id="6" name="Content Placeholder 2">
            <a:extLst>
              <a:ext uri="{FF2B5EF4-FFF2-40B4-BE49-F238E27FC236}">
                <a16:creationId xmlns:a16="http://schemas.microsoft.com/office/drawing/2014/main" id="{7356187E-7E56-28DF-8B05-7CB9D18D0B13}"/>
              </a:ext>
            </a:extLst>
          </p:cNvPr>
          <p:cNvSpPr txBox="1">
            <a:spLocks/>
          </p:cNvSpPr>
          <p:nvPr/>
        </p:nvSpPr>
        <p:spPr>
          <a:xfrm>
            <a:off x="4224527" y="1435125"/>
            <a:ext cx="7547059" cy="3767496"/>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200000"/>
              </a:lnSpc>
              <a:buFont typeface="Arial" panose="020B0604020202020204" pitchFamily="34" charset="0"/>
              <a:buChar char="•"/>
            </a:pPr>
            <a:r>
              <a:rPr lang="tr-TR" sz="2800" b="1" dirty="0"/>
              <a:t>Sebep Unsuru</a:t>
            </a:r>
          </a:p>
          <a:p>
            <a:endParaRPr lang="en-US" dirty="0"/>
          </a:p>
        </p:txBody>
      </p:sp>
      <p:sp>
        <p:nvSpPr>
          <p:cNvPr id="10" name="Content Placeholder 2">
            <a:extLst>
              <a:ext uri="{FF2B5EF4-FFF2-40B4-BE49-F238E27FC236}">
                <a16:creationId xmlns:a16="http://schemas.microsoft.com/office/drawing/2014/main" id="{92BF9542-76E2-BE0E-1168-4DB5FE0ACE44}"/>
              </a:ext>
            </a:extLst>
          </p:cNvPr>
          <p:cNvSpPr txBox="1">
            <a:spLocks/>
          </p:cNvSpPr>
          <p:nvPr/>
        </p:nvSpPr>
        <p:spPr>
          <a:xfrm>
            <a:off x="4224528" y="322275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17682269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p:txBody>
          <a:bodyPr/>
          <a:lstStyle/>
          <a:p>
            <a:r>
              <a:rPr lang="en-US" dirty="0" err="1"/>
              <a:t>Anayasa</a:t>
            </a:r>
            <a:r>
              <a:rPr lang="en-US" dirty="0"/>
              <a:t> </a:t>
            </a:r>
            <a:r>
              <a:rPr lang="en-US" dirty="0" err="1"/>
              <a:t>Yargısına</a:t>
            </a:r>
            <a:r>
              <a:rPr lang="en-US" dirty="0"/>
              <a:t> </a:t>
            </a:r>
            <a:r>
              <a:rPr lang="en-US" dirty="0" err="1"/>
              <a:t>Giriş</a:t>
            </a:r>
            <a:endParaRPr lang="en-US" dirty="0"/>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30</a:t>
            </a:fld>
            <a:endParaRPr lang="en-US" dirty="0"/>
          </a:p>
        </p:txBody>
      </p:sp>
      <p:sp>
        <p:nvSpPr>
          <p:cNvPr id="6" name="Content Placeholder 2">
            <a:extLst>
              <a:ext uri="{FF2B5EF4-FFF2-40B4-BE49-F238E27FC236}">
                <a16:creationId xmlns:a16="http://schemas.microsoft.com/office/drawing/2014/main" id="{7356187E-7E56-28DF-8B05-7CB9D18D0B13}"/>
              </a:ext>
            </a:extLst>
          </p:cNvPr>
          <p:cNvSpPr txBox="1">
            <a:spLocks/>
          </p:cNvSpPr>
          <p:nvPr/>
        </p:nvSpPr>
        <p:spPr>
          <a:xfrm>
            <a:off x="4224527" y="1435125"/>
            <a:ext cx="7547059" cy="3767496"/>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200000"/>
              </a:lnSpc>
              <a:buFont typeface="Arial" panose="020B0604020202020204" pitchFamily="34" charset="0"/>
              <a:buChar char="•"/>
            </a:pPr>
            <a:r>
              <a:rPr lang="tr-TR" sz="2800" b="1" dirty="0"/>
              <a:t>Anayasa</a:t>
            </a:r>
          </a:p>
          <a:p>
            <a:r>
              <a:rPr lang="en-US" sz="1800" i="1" dirty="0">
                <a:effectLst/>
                <a:latin typeface="TimesNewRomanPS"/>
              </a:rPr>
              <a:t>D. </a:t>
            </a:r>
            <a:r>
              <a:rPr lang="en-US" sz="1800" i="1" dirty="0" err="1">
                <a:effectLst/>
                <a:latin typeface="TimesNewRomanPS"/>
              </a:rPr>
              <a:t>Seçimlerin</a:t>
            </a:r>
            <a:r>
              <a:rPr lang="en-US" sz="1800" i="1" dirty="0">
                <a:effectLst/>
                <a:latin typeface="TimesNewRomanPS"/>
              </a:rPr>
              <a:t> </a:t>
            </a:r>
            <a:r>
              <a:rPr lang="en-US" sz="1800" i="1" dirty="0" err="1">
                <a:effectLst/>
                <a:latin typeface="TimesNewRomanPS"/>
              </a:rPr>
              <a:t>geriye</a:t>
            </a:r>
            <a:r>
              <a:rPr lang="en-US" sz="1800" i="1" dirty="0">
                <a:effectLst/>
                <a:latin typeface="TimesNewRomanPS"/>
              </a:rPr>
              <a:t> </a:t>
            </a:r>
            <a:r>
              <a:rPr lang="en-US" sz="1800" i="1" dirty="0" err="1">
                <a:effectLst/>
                <a:latin typeface="TimesNewRomanPS"/>
              </a:rPr>
              <a:t>bırakılması</a:t>
            </a:r>
            <a:r>
              <a:rPr lang="en-US" sz="1800" i="1" dirty="0">
                <a:effectLst/>
                <a:latin typeface="TimesNewRomanPS"/>
              </a:rPr>
              <a:t> </a:t>
            </a:r>
            <a:r>
              <a:rPr lang="en-US" sz="1800" i="1" dirty="0" err="1">
                <a:effectLst/>
                <a:latin typeface="TimesNewRomanPS"/>
              </a:rPr>
              <a:t>ve</a:t>
            </a:r>
            <a:r>
              <a:rPr lang="en-US" sz="1800" i="1" dirty="0">
                <a:effectLst/>
                <a:latin typeface="TimesNewRomanPS"/>
              </a:rPr>
              <a:t> </a:t>
            </a:r>
            <a:r>
              <a:rPr lang="en-US" sz="1800" i="1" dirty="0" err="1">
                <a:effectLst/>
                <a:latin typeface="TimesNewRomanPS"/>
              </a:rPr>
              <a:t>ara</a:t>
            </a:r>
            <a:r>
              <a:rPr lang="en-US" sz="1800" i="1" dirty="0">
                <a:effectLst/>
                <a:latin typeface="TimesNewRomanPS"/>
              </a:rPr>
              <a:t> </a:t>
            </a:r>
            <a:r>
              <a:rPr lang="en-US" sz="1800" i="1" dirty="0" err="1">
                <a:effectLst/>
                <a:latin typeface="TimesNewRomanPS"/>
              </a:rPr>
              <a:t>seçimler</a:t>
            </a:r>
            <a:r>
              <a:rPr lang="en-US" sz="1800" i="1" dirty="0">
                <a:effectLst/>
                <a:latin typeface="TimesNewRomanPS"/>
              </a:rPr>
              <a:t> </a:t>
            </a:r>
            <a:endParaRPr lang="en-US" sz="2000" dirty="0"/>
          </a:p>
          <a:p>
            <a:r>
              <a:rPr lang="en-US" sz="1800" b="1" dirty="0" err="1">
                <a:effectLst/>
                <a:latin typeface="TimesNewRomanPS"/>
              </a:rPr>
              <a:t>Madde</a:t>
            </a:r>
            <a:r>
              <a:rPr lang="en-US" sz="1800" b="1" dirty="0">
                <a:effectLst/>
                <a:latin typeface="TimesNewRomanPS"/>
              </a:rPr>
              <a:t> 78 – </a:t>
            </a:r>
            <a:r>
              <a:rPr lang="en-US" sz="1800" dirty="0" err="1">
                <a:effectLst/>
                <a:latin typeface="TimesNewRomanPSMT"/>
              </a:rPr>
              <a:t>Savas</a:t>
            </a:r>
            <a:r>
              <a:rPr lang="en-US" sz="1800" dirty="0">
                <a:effectLst/>
                <a:latin typeface="TimesNewRomanPSMT"/>
              </a:rPr>
              <a:t>̧ </a:t>
            </a:r>
            <a:r>
              <a:rPr lang="en-US" sz="1800" dirty="0" err="1">
                <a:effectLst/>
                <a:latin typeface="TimesNewRomanPSMT"/>
              </a:rPr>
              <a:t>sebebiyle</a:t>
            </a:r>
            <a:r>
              <a:rPr lang="en-US" sz="1800" dirty="0">
                <a:effectLst/>
                <a:latin typeface="TimesNewRomanPSMT"/>
              </a:rPr>
              <a:t> yeni </a:t>
            </a:r>
            <a:r>
              <a:rPr lang="en-US" sz="1800" dirty="0" err="1">
                <a:effectLst/>
                <a:latin typeface="TimesNewRomanPSMT"/>
              </a:rPr>
              <a:t>seçimlerin</a:t>
            </a:r>
            <a:r>
              <a:rPr lang="en-US" sz="1800" dirty="0">
                <a:effectLst/>
                <a:latin typeface="TimesNewRomanPSMT"/>
              </a:rPr>
              <a:t> </a:t>
            </a:r>
            <a:r>
              <a:rPr lang="en-US" sz="1800" dirty="0" err="1">
                <a:effectLst/>
                <a:latin typeface="TimesNewRomanPSMT"/>
              </a:rPr>
              <a:t>yapılmasına</a:t>
            </a:r>
            <a:r>
              <a:rPr lang="en-US" sz="1800" dirty="0">
                <a:effectLst/>
                <a:latin typeface="TimesNewRomanPSMT"/>
              </a:rPr>
              <a:t> </a:t>
            </a:r>
            <a:r>
              <a:rPr lang="en-US" sz="1800" dirty="0" err="1">
                <a:effectLst/>
                <a:latin typeface="TimesNewRomanPSMT"/>
              </a:rPr>
              <a:t>imkan</a:t>
            </a:r>
            <a:r>
              <a:rPr lang="en-US" sz="1800" dirty="0">
                <a:effectLst/>
                <a:latin typeface="TimesNewRomanPSMT"/>
              </a:rPr>
              <a:t> </a:t>
            </a:r>
            <a:r>
              <a:rPr lang="en-US" sz="1800" dirty="0" err="1">
                <a:effectLst/>
                <a:latin typeface="TimesNewRomanPSMT"/>
              </a:rPr>
              <a:t>görülmezse</a:t>
            </a:r>
            <a:r>
              <a:rPr lang="en-US" sz="1800" dirty="0">
                <a:effectLst/>
                <a:latin typeface="TimesNewRomanPSMT"/>
              </a:rPr>
              <a:t>, </a:t>
            </a:r>
            <a:r>
              <a:rPr lang="en-US" sz="1800" dirty="0" err="1">
                <a:effectLst/>
                <a:latin typeface="TimesNewRomanPSMT"/>
              </a:rPr>
              <a:t>Türkiye</a:t>
            </a:r>
            <a:r>
              <a:rPr lang="en-US" sz="1800" dirty="0">
                <a:effectLst/>
                <a:latin typeface="TimesNewRomanPSMT"/>
              </a:rPr>
              <a:t> </a:t>
            </a:r>
            <a:r>
              <a:rPr lang="en-US" sz="1800" dirty="0" err="1">
                <a:effectLst/>
                <a:latin typeface="TimesNewRomanPSMT"/>
              </a:rPr>
              <a:t>Büyük</a:t>
            </a:r>
            <a:r>
              <a:rPr lang="en-US" sz="1800" dirty="0">
                <a:effectLst/>
                <a:latin typeface="TimesNewRomanPSMT"/>
              </a:rPr>
              <a:t> Millet </a:t>
            </a:r>
            <a:r>
              <a:rPr lang="en-US" sz="1800" dirty="0" err="1">
                <a:effectLst/>
                <a:latin typeface="TimesNewRomanPSMT"/>
              </a:rPr>
              <a:t>Meclisi</a:t>
            </a:r>
            <a:r>
              <a:rPr lang="en-US" sz="1800" dirty="0">
                <a:effectLst/>
                <a:latin typeface="TimesNewRomanPSMT"/>
              </a:rPr>
              <a:t>, </a:t>
            </a:r>
            <a:r>
              <a:rPr lang="en-US" sz="1800" dirty="0" err="1">
                <a:effectLst/>
                <a:latin typeface="TimesNewRomanPSMT"/>
              </a:rPr>
              <a:t>seçimlerin</a:t>
            </a:r>
            <a:r>
              <a:rPr lang="en-US" sz="1800" dirty="0">
                <a:effectLst/>
                <a:latin typeface="TimesNewRomanPSMT"/>
              </a:rPr>
              <a:t> </a:t>
            </a:r>
            <a:r>
              <a:rPr lang="en-US" sz="1800" dirty="0" err="1">
                <a:effectLst/>
                <a:latin typeface="TimesNewRomanPSMT"/>
              </a:rPr>
              <a:t>bir</a:t>
            </a:r>
            <a:r>
              <a:rPr lang="en-US" sz="1800" dirty="0">
                <a:effectLst/>
                <a:latin typeface="TimesNewRomanPSMT"/>
              </a:rPr>
              <a:t> </a:t>
            </a:r>
            <a:r>
              <a:rPr lang="en-US" sz="1800" dirty="0" err="1">
                <a:effectLst/>
                <a:latin typeface="TimesNewRomanPSMT"/>
              </a:rPr>
              <a:t>yıl</a:t>
            </a:r>
            <a:r>
              <a:rPr lang="en-US" sz="1800" dirty="0">
                <a:effectLst/>
                <a:latin typeface="TimesNewRomanPSMT"/>
              </a:rPr>
              <a:t> </a:t>
            </a:r>
            <a:r>
              <a:rPr lang="en-US" sz="1800" dirty="0" err="1">
                <a:effectLst/>
                <a:latin typeface="TimesNewRomanPSMT"/>
              </a:rPr>
              <a:t>geriye</a:t>
            </a:r>
            <a:r>
              <a:rPr lang="en-US" sz="1800" dirty="0">
                <a:effectLst/>
                <a:latin typeface="TimesNewRomanPSMT"/>
              </a:rPr>
              <a:t> </a:t>
            </a:r>
            <a:r>
              <a:rPr lang="en-US" sz="1800" dirty="0" err="1">
                <a:effectLst/>
                <a:latin typeface="TimesNewRomanPSMT"/>
              </a:rPr>
              <a:t>bırakılmasına</a:t>
            </a:r>
            <a:r>
              <a:rPr lang="en-US" sz="1800" dirty="0">
                <a:effectLst/>
                <a:latin typeface="TimesNewRomanPSMT"/>
              </a:rPr>
              <a:t> </a:t>
            </a:r>
            <a:r>
              <a:rPr lang="en-US" sz="1800" dirty="0" err="1">
                <a:effectLst/>
                <a:latin typeface="TimesNewRomanPSMT"/>
              </a:rPr>
              <a:t>karar</a:t>
            </a:r>
            <a:r>
              <a:rPr lang="en-US" sz="1800" dirty="0">
                <a:effectLst/>
                <a:latin typeface="TimesNewRomanPSMT"/>
              </a:rPr>
              <a:t> </a:t>
            </a:r>
            <a:r>
              <a:rPr lang="en-US" sz="1800" dirty="0" err="1">
                <a:effectLst/>
                <a:latin typeface="TimesNewRomanPSMT"/>
              </a:rPr>
              <a:t>verebilir</a:t>
            </a:r>
            <a:r>
              <a:rPr lang="en-US" sz="1800" dirty="0">
                <a:effectLst/>
                <a:latin typeface="TimesNewRomanPSMT"/>
              </a:rPr>
              <a:t>. </a:t>
            </a:r>
            <a:endParaRPr lang="en-US" sz="2000" dirty="0"/>
          </a:p>
          <a:p>
            <a:endParaRPr lang="tr-TR" sz="2800" b="1" dirty="0"/>
          </a:p>
          <a:p>
            <a:endParaRPr lang="en-US" dirty="0"/>
          </a:p>
        </p:txBody>
      </p:sp>
      <p:sp>
        <p:nvSpPr>
          <p:cNvPr id="10" name="Content Placeholder 2">
            <a:extLst>
              <a:ext uri="{FF2B5EF4-FFF2-40B4-BE49-F238E27FC236}">
                <a16:creationId xmlns:a16="http://schemas.microsoft.com/office/drawing/2014/main" id="{92BF9542-76E2-BE0E-1168-4DB5FE0ACE44}"/>
              </a:ext>
            </a:extLst>
          </p:cNvPr>
          <p:cNvSpPr txBox="1">
            <a:spLocks/>
          </p:cNvSpPr>
          <p:nvPr/>
        </p:nvSpPr>
        <p:spPr>
          <a:xfrm>
            <a:off x="4224528" y="322275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24498476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p:txBody>
          <a:bodyPr/>
          <a:lstStyle/>
          <a:p>
            <a:r>
              <a:rPr lang="en-US" dirty="0" err="1"/>
              <a:t>Anayasa</a:t>
            </a:r>
            <a:r>
              <a:rPr lang="en-US" dirty="0"/>
              <a:t> </a:t>
            </a:r>
            <a:r>
              <a:rPr lang="en-US" dirty="0" err="1"/>
              <a:t>Yargısına</a:t>
            </a:r>
            <a:r>
              <a:rPr lang="en-US" dirty="0"/>
              <a:t> </a:t>
            </a:r>
            <a:r>
              <a:rPr lang="en-US" dirty="0" err="1"/>
              <a:t>Giriş</a:t>
            </a:r>
            <a:endParaRPr lang="en-US" dirty="0"/>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31</a:t>
            </a:fld>
            <a:endParaRPr lang="en-US" dirty="0"/>
          </a:p>
        </p:txBody>
      </p:sp>
      <p:sp>
        <p:nvSpPr>
          <p:cNvPr id="6" name="Content Placeholder 2">
            <a:extLst>
              <a:ext uri="{FF2B5EF4-FFF2-40B4-BE49-F238E27FC236}">
                <a16:creationId xmlns:a16="http://schemas.microsoft.com/office/drawing/2014/main" id="{7356187E-7E56-28DF-8B05-7CB9D18D0B13}"/>
              </a:ext>
            </a:extLst>
          </p:cNvPr>
          <p:cNvSpPr txBox="1">
            <a:spLocks/>
          </p:cNvSpPr>
          <p:nvPr/>
        </p:nvSpPr>
        <p:spPr>
          <a:xfrm>
            <a:off x="4224527" y="1435125"/>
            <a:ext cx="7547059" cy="3767496"/>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200000"/>
              </a:lnSpc>
              <a:buFont typeface="Arial" panose="020B0604020202020204" pitchFamily="34" charset="0"/>
              <a:buChar char="•"/>
            </a:pPr>
            <a:r>
              <a:rPr lang="tr-TR" sz="2800" b="1" dirty="0"/>
              <a:t>Amaç Unsuru</a:t>
            </a:r>
          </a:p>
          <a:p>
            <a:endParaRPr lang="en-US" dirty="0"/>
          </a:p>
        </p:txBody>
      </p:sp>
      <p:sp>
        <p:nvSpPr>
          <p:cNvPr id="10" name="Content Placeholder 2">
            <a:extLst>
              <a:ext uri="{FF2B5EF4-FFF2-40B4-BE49-F238E27FC236}">
                <a16:creationId xmlns:a16="http://schemas.microsoft.com/office/drawing/2014/main" id="{92BF9542-76E2-BE0E-1168-4DB5FE0ACE44}"/>
              </a:ext>
            </a:extLst>
          </p:cNvPr>
          <p:cNvSpPr txBox="1">
            <a:spLocks/>
          </p:cNvSpPr>
          <p:nvPr/>
        </p:nvSpPr>
        <p:spPr>
          <a:xfrm>
            <a:off x="4224528" y="322275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24496604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p:txBody>
          <a:bodyPr/>
          <a:lstStyle/>
          <a:p>
            <a:r>
              <a:rPr lang="en-US" dirty="0" err="1"/>
              <a:t>Anayasa</a:t>
            </a:r>
            <a:r>
              <a:rPr lang="en-US" dirty="0"/>
              <a:t> </a:t>
            </a:r>
            <a:r>
              <a:rPr lang="en-US" dirty="0" err="1"/>
              <a:t>Yargısına</a:t>
            </a:r>
            <a:r>
              <a:rPr lang="en-US" dirty="0"/>
              <a:t> </a:t>
            </a:r>
            <a:r>
              <a:rPr lang="en-US" dirty="0" err="1"/>
              <a:t>Giriş</a:t>
            </a:r>
            <a:endParaRPr lang="en-US" dirty="0"/>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32</a:t>
            </a:fld>
            <a:endParaRPr lang="en-US" dirty="0"/>
          </a:p>
        </p:txBody>
      </p:sp>
      <p:sp>
        <p:nvSpPr>
          <p:cNvPr id="6" name="Content Placeholder 2">
            <a:extLst>
              <a:ext uri="{FF2B5EF4-FFF2-40B4-BE49-F238E27FC236}">
                <a16:creationId xmlns:a16="http://schemas.microsoft.com/office/drawing/2014/main" id="{7356187E-7E56-28DF-8B05-7CB9D18D0B13}"/>
              </a:ext>
            </a:extLst>
          </p:cNvPr>
          <p:cNvSpPr txBox="1">
            <a:spLocks/>
          </p:cNvSpPr>
          <p:nvPr/>
        </p:nvSpPr>
        <p:spPr>
          <a:xfrm>
            <a:off x="4224527" y="1435125"/>
            <a:ext cx="7547059" cy="3767496"/>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200000"/>
              </a:lnSpc>
              <a:buFont typeface="Arial" panose="020B0604020202020204" pitchFamily="34" charset="0"/>
              <a:buChar char="•"/>
            </a:pPr>
            <a:r>
              <a:rPr lang="tr-TR" sz="2800" b="1" dirty="0"/>
              <a:t>Anayasa</a:t>
            </a:r>
          </a:p>
          <a:p>
            <a:r>
              <a:rPr lang="en-US" sz="1800" i="1" dirty="0">
                <a:effectLst/>
                <a:latin typeface="TimesNewRomanPS"/>
              </a:rPr>
              <a:t>II. </a:t>
            </a:r>
            <a:r>
              <a:rPr lang="en-US" sz="1800" i="1" dirty="0" err="1">
                <a:effectLst/>
                <a:latin typeface="TimesNewRomanPS"/>
              </a:rPr>
              <a:t>Eğitim</a:t>
            </a:r>
            <a:r>
              <a:rPr lang="en-US" sz="1800" i="1" dirty="0">
                <a:effectLst/>
                <a:latin typeface="TimesNewRomanPS"/>
              </a:rPr>
              <a:t> </a:t>
            </a:r>
            <a:r>
              <a:rPr lang="en-US" sz="1800" i="1" dirty="0" err="1">
                <a:effectLst/>
                <a:latin typeface="TimesNewRomanPS"/>
              </a:rPr>
              <a:t>ve</a:t>
            </a:r>
            <a:r>
              <a:rPr lang="en-US" sz="1800" i="1" dirty="0">
                <a:effectLst/>
                <a:latin typeface="TimesNewRomanPS"/>
              </a:rPr>
              <a:t> </a:t>
            </a:r>
            <a:r>
              <a:rPr lang="en-US" sz="1800" i="1" dirty="0" err="1">
                <a:effectLst/>
                <a:latin typeface="TimesNewRomanPS"/>
              </a:rPr>
              <a:t>öğrenim</a:t>
            </a:r>
            <a:r>
              <a:rPr lang="en-US" sz="1800" i="1" dirty="0">
                <a:effectLst/>
                <a:latin typeface="TimesNewRomanPS"/>
              </a:rPr>
              <a:t> </a:t>
            </a:r>
            <a:r>
              <a:rPr lang="en-US" sz="1800" i="1" dirty="0" err="1">
                <a:effectLst/>
                <a:latin typeface="TimesNewRomanPS"/>
              </a:rPr>
              <a:t>hakkı</a:t>
            </a:r>
            <a:r>
              <a:rPr lang="en-US" sz="1800" i="1" dirty="0">
                <a:effectLst/>
                <a:latin typeface="TimesNewRomanPS"/>
              </a:rPr>
              <a:t> </a:t>
            </a:r>
            <a:r>
              <a:rPr lang="en-US" sz="1800" i="1" dirty="0" err="1">
                <a:effectLst/>
                <a:latin typeface="TimesNewRomanPS"/>
              </a:rPr>
              <a:t>ve</a:t>
            </a:r>
            <a:r>
              <a:rPr lang="en-US" sz="1800" i="1" dirty="0">
                <a:effectLst/>
                <a:latin typeface="TimesNewRomanPS"/>
              </a:rPr>
              <a:t> </a:t>
            </a:r>
            <a:r>
              <a:rPr lang="en-US" sz="1800" i="1" dirty="0" err="1">
                <a:effectLst/>
                <a:latin typeface="TimesNewRomanPS"/>
              </a:rPr>
              <a:t>ödevi</a:t>
            </a:r>
            <a:r>
              <a:rPr lang="en-US" sz="1800" i="1" dirty="0">
                <a:effectLst/>
                <a:latin typeface="TimesNewRomanPS"/>
              </a:rPr>
              <a:t> </a:t>
            </a:r>
            <a:endParaRPr lang="en-US" sz="1400" dirty="0"/>
          </a:p>
          <a:p>
            <a:r>
              <a:rPr lang="en-US" sz="1800" b="1" dirty="0" err="1">
                <a:effectLst/>
                <a:latin typeface="TimesNewRomanPS"/>
              </a:rPr>
              <a:t>Madde</a:t>
            </a:r>
            <a:r>
              <a:rPr lang="en-US" sz="1800" b="1" dirty="0">
                <a:effectLst/>
                <a:latin typeface="TimesNewRomanPS"/>
              </a:rPr>
              <a:t> 42 / 7</a:t>
            </a:r>
            <a:endParaRPr lang="en-US" sz="1800" dirty="0">
              <a:effectLst/>
              <a:latin typeface="TimesNewRomanPSMT"/>
            </a:endParaRPr>
          </a:p>
          <a:p>
            <a:r>
              <a:rPr lang="en-US" sz="1800" dirty="0" err="1">
                <a:effectLst/>
                <a:latin typeface="TimesNewRomanPSMT"/>
              </a:rPr>
              <a:t>Devlet</a:t>
            </a:r>
            <a:r>
              <a:rPr lang="en-US" sz="1800" dirty="0">
                <a:effectLst/>
                <a:latin typeface="TimesNewRomanPSMT"/>
              </a:rPr>
              <a:t>, </a:t>
            </a:r>
            <a:r>
              <a:rPr lang="en-US" sz="1800" dirty="0" err="1">
                <a:effectLst/>
                <a:latin typeface="TimesNewRomanPSMT"/>
              </a:rPr>
              <a:t>maddi</a:t>
            </a:r>
            <a:r>
              <a:rPr lang="en-US" sz="1800" dirty="0">
                <a:effectLst/>
                <a:latin typeface="TimesNewRomanPSMT"/>
              </a:rPr>
              <a:t> </a:t>
            </a:r>
            <a:r>
              <a:rPr lang="en-US" sz="1800" dirty="0" err="1">
                <a:effectLst/>
                <a:latin typeface="TimesNewRomanPSMT"/>
              </a:rPr>
              <a:t>imkanlardan</a:t>
            </a:r>
            <a:r>
              <a:rPr lang="en-US" sz="1800" dirty="0">
                <a:effectLst/>
                <a:latin typeface="TimesNewRomanPSMT"/>
              </a:rPr>
              <a:t> </a:t>
            </a:r>
            <a:r>
              <a:rPr lang="en-US" sz="1800" dirty="0" err="1">
                <a:effectLst/>
                <a:latin typeface="TimesNewRomanPSMT"/>
              </a:rPr>
              <a:t>yoksun</a:t>
            </a:r>
            <a:r>
              <a:rPr lang="en-US" sz="1800" dirty="0">
                <a:effectLst/>
                <a:latin typeface="TimesNewRomanPSMT"/>
              </a:rPr>
              <a:t> </a:t>
            </a:r>
            <a:r>
              <a:rPr lang="en-US" sz="1800" dirty="0" err="1">
                <a:effectLst/>
                <a:latin typeface="TimesNewRomanPSMT"/>
              </a:rPr>
              <a:t>başarılı</a:t>
            </a:r>
            <a:r>
              <a:rPr lang="en-US" sz="1800" dirty="0">
                <a:effectLst/>
                <a:latin typeface="TimesNewRomanPSMT"/>
              </a:rPr>
              <a:t> </a:t>
            </a:r>
            <a:r>
              <a:rPr lang="en-US" sz="1800" dirty="0" err="1">
                <a:effectLst/>
                <a:latin typeface="TimesNewRomanPSMT"/>
              </a:rPr>
              <a:t>öğrencilerin</a:t>
            </a:r>
            <a:r>
              <a:rPr lang="en-US" sz="1800" dirty="0">
                <a:effectLst/>
                <a:latin typeface="TimesNewRomanPSMT"/>
              </a:rPr>
              <a:t>, </a:t>
            </a:r>
            <a:r>
              <a:rPr lang="en-US" sz="1800" dirty="0" err="1">
                <a:effectLst/>
                <a:latin typeface="TimesNewRomanPSMT"/>
              </a:rPr>
              <a:t>öğrenimlerini</a:t>
            </a:r>
            <a:r>
              <a:rPr lang="en-US" sz="1800" dirty="0">
                <a:effectLst/>
                <a:latin typeface="TimesNewRomanPSMT"/>
              </a:rPr>
              <a:t> </a:t>
            </a:r>
            <a:r>
              <a:rPr lang="en-US" sz="1800" dirty="0" err="1">
                <a:effectLst/>
                <a:latin typeface="TimesNewRomanPSMT"/>
              </a:rPr>
              <a:t>sürdürebilmeleri</a:t>
            </a:r>
            <a:r>
              <a:rPr lang="en-US" sz="1800" dirty="0">
                <a:effectLst/>
                <a:latin typeface="TimesNewRomanPSMT"/>
              </a:rPr>
              <a:t> </a:t>
            </a:r>
            <a:r>
              <a:rPr lang="en-US" sz="1800" dirty="0" err="1">
                <a:effectLst/>
                <a:latin typeface="TimesNewRomanPSMT"/>
              </a:rPr>
              <a:t>amacı</a:t>
            </a:r>
            <a:r>
              <a:rPr lang="en-US" sz="1800" dirty="0">
                <a:effectLst/>
                <a:latin typeface="TimesNewRomanPSMT"/>
              </a:rPr>
              <a:t> </a:t>
            </a:r>
            <a:r>
              <a:rPr lang="en-US" sz="1800" dirty="0" err="1">
                <a:effectLst/>
                <a:latin typeface="TimesNewRomanPSMT"/>
              </a:rPr>
              <a:t>ile</a:t>
            </a:r>
            <a:r>
              <a:rPr lang="en-US" sz="1800" dirty="0">
                <a:effectLst/>
                <a:latin typeface="TimesNewRomanPSMT"/>
              </a:rPr>
              <a:t> </a:t>
            </a:r>
            <a:r>
              <a:rPr lang="en-US" sz="1800" dirty="0" err="1">
                <a:effectLst/>
                <a:latin typeface="TimesNewRomanPSMT"/>
              </a:rPr>
              <a:t>burslar</a:t>
            </a:r>
            <a:r>
              <a:rPr lang="en-US" sz="1800" dirty="0">
                <a:effectLst/>
                <a:latin typeface="TimesNewRomanPSMT"/>
              </a:rPr>
              <a:t> </a:t>
            </a:r>
            <a:r>
              <a:rPr lang="en-US" sz="1800" dirty="0" err="1">
                <a:effectLst/>
                <a:latin typeface="TimesNewRomanPSMT"/>
              </a:rPr>
              <a:t>ve</a:t>
            </a:r>
            <a:r>
              <a:rPr lang="en-US" sz="1800" dirty="0">
                <a:effectLst/>
                <a:latin typeface="TimesNewRomanPSMT"/>
              </a:rPr>
              <a:t> </a:t>
            </a:r>
            <a:r>
              <a:rPr lang="en-US" sz="1800" dirty="0" err="1">
                <a:effectLst/>
                <a:latin typeface="TimesNewRomanPSMT"/>
              </a:rPr>
              <a:t>başka</a:t>
            </a:r>
            <a:r>
              <a:rPr lang="en-US" sz="1800" dirty="0">
                <a:effectLst/>
                <a:latin typeface="TimesNewRomanPSMT"/>
              </a:rPr>
              <a:t> </a:t>
            </a:r>
            <a:r>
              <a:rPr lang="en-US" sz="1800" dirty="0" err="1">
                <a:effectLst/>
                <a:latin typeface="TimesNewRomanPSMT"/>
              </a:rPr>
              <a:t>yollarla</a:t>
            </a:r>
            <a:r>
              <a:rPr lang="en-US" sz="1800" dirty="0">
                <a:effectLst/>
                <a:latin typeface="TimesNewRomanPSMT"/>
              </a:rPr>
              <a:t> </a:t>
            </a:r>
            <a:r>
              <a:rPr lang="en-US" sz="1800" dirty="0" err="1">
                <a:effectLst/>
                <a:latin typeface="TimesNewRomanPSMT"/>
              </a:rPr>
              <a:t>gerekli</a:t>
            </a:r>
            <a:r>
              <a:rPr lang="en-US" sz="1800" dirty="0">
                <a:effectLst/>
                <a:latin typeface="TimesNewRomanPSMT"/>
              </a:rPr>
              <a:t> </a:t>
            </a:r>
            <a:r>
              <a:rPr lang="en-US" sz="1800" dirty="0" err="1">
                <a:effectLst/>
                <a:latin typeface="TimesNewRomanPSMT"/>
              </a:rPr>
              <a:t>yardımları</a:t>
            </a:r>
            <a:r>
              <a:rPr lang="en-US" sz="1800" dirty="0">
                <a:effectLst/>
                <a:latin typeface="TimesNewRomanPSMT"/>
              </a:rPr>
              <a:t> </a:t>
            </a:r>
            <a:r>
              <a:rPr lang="en-US" sz="1800" dirty="0" err="1">
                <a:effectLst/>
                <a:latin typeface="TimesNewRomanPSMT"/>
              </a:rPr>
              <a:t>yapar</a:t>
            </a:r>
            <a:r>
              <a:rPr lang="en-US" sz="1800" dirty="0">
                <a:effectLst/>
                <a:latin typeface="TimesNewRomanPSMT"/>
              </a:rPr>
              <a:t>. </a:t>
            </a:r>
            <a:r>
              <a:rPr lang="en-US" sz="1800" dirty="0" err="1">
                <a:effectLst/>
                <a:latin typeface="TimesNewRomanPSMT"/>
              </a:rPr>
              <a:t>Devlet</a:t>
            </a:r>
            <a:r>
              <a:rPr lang="en-US" sz="1800" dirty="0">
                <a:effectLst/>
                <a:latin typeface="TimesNewRomanPSMT"/>
              </a:rPr>
              <a:t>, </a:t>
            </a:r>
            <a:r>
              <a:rPr lang="en-US" sz="1800" dirty="0" err="1">
                <a:effectLst/>
                <a:latin typeface="TimesNewRomanPSMT"/>
              </a:rPr>
              <a:t>durumları</a:t>
            </a:r>
            <a:r>
              <a:rPr lang="en-US" sz="1800" dirty="0">
                <a:effectLst/>
                <a:latin typeface="TimesNewRomanPSMT"/>
              </a:rPr>
              <a:t> </a:t>
            </a:r>
            <a:r>
              <a:rPr lang="en-US" sz="1800" dirty="0" err="1">
                <a:effectLst/>
                <a:latin typeface="TimesNewRomanPSMT"/>
              </a:rPr>
              <a:t>sebebiyle</a:t>
            </a:r>
            <a:r>
              <a:rPr lang="en-US" sz="1800" dirty="0">
                <a:effectLst/>
                <a:latin typeface="TimesNewRomanPSMT"/>
              </a:rPr>
              <a:t> </a:t>
            </a:r>
            <a:r>
              <a:rPr lang="en-US" sz="1800" dirty="0" err="1">
                <a:effectLst/>
                <a:latin typeface="TimesNewRomanPSMT"/>
              </a:rPr>
              <a:t>özel</a:t>
            </a:r>
            <a:r>
              <a:rPr lang="en-US" sz="1800" dirty="0">
                <a:effectLst/>
                <a:latin typeface="TimesNewRomanPSMT"/>
              </a:rPr>
              <a:t> </a:t>
            </a:r>
            <a:r>
              <a:rPr lang="en-US" sz="1800" dirty="0" err="1">
                <a:effectLst/>
                <a:latin typeface="TimesNewRomanPSMT"/>
              </a:rPr>
              <a:t>eğitime</a:t>
            </a:r>
            <a:r>
              <a:rPr lang="en-US" sz="1800" dirty="0">
                <a:effectLst/>
                <a:latin typeface="TimesNewRomanPSMT"/>
              </a:rPr>
              <a:t> </a:t>
            </a:r>
            <a:r>
              <a:rPr lang="en-US" sz="1800" dirty="0" err="1">
                <a:effectLst/>
                <a:latin typeface="TimesNewRomanPSMT"/>
              </a:rPr>
              <a:t>ihtiyacı</a:t>
            </a:r>
            <a:r>
              <a:rPr lang="en-US" sz="1800" dirty="0">
                <a:effectLst/>
                <a:latin typeface="TimesNewRomanPSMT"/>
              </a:rPr>
              <a:t> </a:t>
            </a:r>
            <a:r>
              <a:rPr lang="en-US" sz="1800" dirty="0" err="1">
                <a:effectLst/>
                <a:latin typeface="TimesNewRomanPSMT"/>
              </a:rPr>
              <a:t>olanları</a:t>
            </a:r>
            <a:r>
              <a:rPr lang="en-US" sz="1800" dirty="0">
                <a:effectLst/>
                <a:latin typeface="TimesNewRomanPSMT"/>
              </a:rPr>
              <a:t> </a:t>
            </a:r>
            <a:r>
              <a:rPr lang="en-US" sz="1800" dirty="0" err="1">
                <a:effectLst/>
                <a:latin typeface="TimesNewRomanPSMT"/>
              </a:rPr>
              <a:t>topluma</a:t>
            </a:r>
            <a:r>
              <a:rPr lang="en-US" sz="1800" dirty="0">
                <a:effectLst/>
                <a:latin typeface="TimesNewRomanPSMT"/>
              </a:rPr>
              <a:t> </a:t>
            </a:r>
            <a:r>
              <a:rPr lang="en-US" sz="1800" dirty="0" err="1">
                <a:effectLst/>
                <a:latin typeface="TimesNewRomanPSMT"/>
              </a:rPr>
              <a:t>yararlı</a:t>
            </a:r>
            <a:r>
              <a:rPr lang="en-US" sz="1800" dirty="0">
                <a:effectLst/>
                <a:latin typeface="TimesNewRomanPSMT"/>
              </a:rPr>
              <a:t> </a:t>
            </a:r>
            <a:r>
              <a:rPr lang="en-US" sz="1800" dirty="0" err="1">
                <a:effectLst/>
                <a:latin typeface="TimesNewRomanPSMT"/>
              </a:rPr>
              <a:t>kılacak</a:t>
            </a:r>
            <a:r>
              <a:rPr lang="en-US" sz="1800" dirty="0">
                <a:effectLst/>
                <a:latin typeface="TimesNewRomanPSMT"/>
              </a:rPr>
              <a:t> </a:t>
            </a:r>
            <a:r>
              <a:rPr lang="en-US" sz="1800" dirty="0" err="1">
                <a:effectLst/>
                <a:latin typeface="TimesNewRomanPSMT"/>
              </a:rPr>
              <a:t>tedbirleri</a:t>
            </a:r>
            <a:r>
              <a:rPr lang="en-US" sz="1800" dirty="0">
                <a:effectLst/>
                <a:latin typeface="TimesNewRomanPSMT"/>
              </a:rPr>
              <a:t> </a:t>
            </a:r>
            <a:r>
              <a:rPr lang="en-US" sz="1800" dirty="0" err="1">
                <a:effectLst/>
                <a:latin typeface="TimesNewRomanPSMT"/>
              </a:rPr>
              <a:t>alır</a:t>
            </a:r>
            <a:r>
              <a:rPr lang="en-US" sz="1800" dirty="0">
                <a:effectLst/>
                <a:latin typeface="TimesNewRomanPSMT"/>
              </a:rPr>
              <a:t>. </a:t>
            </a:r>
            <a:endParaRPr lang="en-US" sz="2000" dirty="0"/>
          </a:p>
          <a:p>
            <a:endParaRPr lang="tr-TR" sz="2800" b="1" dirty="0"/>
          </a:p>
          <a:p>
            <a:endParaRPr lang="en-US" dirty="0"/>
          </a:p>
        </p:txBody>
      </p:sp>
      <p:sp>
        <p:nvSpPr>
          <p:cNvPr id="10" name="Content Placeholder 2">
            <a:extLst>
              <a:ext uri="{FF2B5EF4-FFF2-40B4-BE49-F238E27FC236}">
                <a16:creationId xmlns:a16="http://schemas.microsoft.com/office/drawing/2014/main" id="{92BF9542-76E2-BE0E-1168-4DB5FE0ACE44}"/>
              </a:ext>
            </a:extLst>
          </p:cNvPr>
          <p:cNvSpPr txBox="1">
            <a:spLocks/>
          </p:cNvSpPr>
          <p:nvPr/>
        </p:nvSpPr>
        <p:spPr>
          <a:xfrm>
            <a:off x="4224528" y="322275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4939948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p:txBody>
          <a:bodyPr/>
          <a:lstStyle/>
          <a:p>
            <a:r>
              <a:rPr lang="en-US" dirty="0" err="1"/>
              <a:t>Anayasa</a:t>
            </a:r>
            <a:r>
              <a:rPr lang="en-US" dirty="0"/>
              <a:t> </a:t>
            </a:r>
            <a:r>
              <a:rPr lang="en-US" dirty="0" err="1"/>
              <a:t>Yargısına</a:t>
            </a:r>
            <a:r>
              <a:rPr lang="en-US" dirty="0"/>
              <a:t> </a:t>
            </a:r>
            <a:r>
              <a:rPr lang="en-US" dirty="0" err="1"/>
              <a:t>Giriş</a:t>
            </a:r>
            <a:endParaRPr lang="en-US" dirty="0"/>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33</a:t>
            </a:fld>
            <a:endParaRPr lang="en-US" dirty="0"/>
          </a:p>
        </p:txBody>
      </p:sp>
      <p:sp>
        <p:nvSpPr>
          <p:cNvPr id="6" name="Content Placeholder 2">
            <a:extLst>
              <a:ext uri="{FF2B5EF4-FFF2-40B4-BE49-F238E27FC236}">
                <a16:creationId xmlns:a16="http://schemas.microsoft.com/office/drawing/2014/main" id="{7356187E-7E56-28DF-8B05-7CB9D18D0B13}"/>
              </a:ext>
            </a:extLst>
          </p:cNvPr>
          <p:cNvSpPr txBox="1">
            <a:spLocks/>
          </p:cNvSpPr>
          <p:nvPr/>
        </p:nvSpPr>
        <p:spPr>
          <a:xfrm>
            <a:off x="4224527" y="1435125"/>
            <a:ext cx="7547059" cy="3767496"/>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200000"/>
              </a:lnSpc>
              <a:buFont typeface="Arial" panose="020B0604020202020204" pitchFamily="34" charset="0"/>
              <a:buChar char="•"/>
            </a:pPr>
            <a:r>
              <a:rPr lang="tr-TR" sz="2800" b="1" dirty="0"/>
              <a:t>Anayasa</a:t>
            </a:r>
          </a:p>
          <a:p>
            <a:r>
              <a:rPr lang="en-US" sz="1800" i="1" dirty="0">
                <a:effectLst/>
                <a:latin typeface="TimesNewRomanPS"/>
              </a:rPr>
              <a:t>C. </a:t>
            </a:r>
            <a:r>
              <a:rPr lang="en-US" sz="1800" i="1" dirty="0" err="1">
                <a:effectLst/>
                <a:latin typeface="TimesNewRomanPS"/>
              </a:rPr>
              <a:t>İdarenin</a:t>
            </a:r>
            <a:r>
              <a:rPr lang="en-US" sz="1800" i="1" dirty="0">
                <a:effectLst/>
                <a:latin typeface="TimesNewRomanPS"/>
              </a:rPr>
              <a:t> </a:t>
            </a:r>
            <a:r>
              <a:rPr lang="en-US" sz="1800" i="1" dirty="0" err="1">
                <a:effectLst/>
                <a:latin typeface="TimesNewRomanPS"/>
              </a:rPr>
              <a:t>kuruluşu</a:t>
            </a:r>
            <a:br>
              <a:rPr lang="en-US" sz="1800" i="1" dirty="0">
                <a:effectLst/>
                <a:latin typeface="TimesNewRomanPS"/>
              </a:rPr>
            </a:br>
            <a:r>
              <a:rPr lang="en-US" sz="1800" i="1" dirty="0">
                <a:effectLst/>
                <a:latin typeface="TimesNewRomanPS"/>
              </a:rPr>
              <a:t>1. </a:t>
            </a:r>
            <a:r>
              <a:rPr lang="en-US" sz="1800" i="1" dirty="0" err="1">
                <a:effectLst/>
                <a:latin typeface="TimesNewRomanPS"/>
              </a:rPr>
              <a:t>Merkezi</a:t>
            </a:r>
            <a:r>
              <a:rPr lang="en-US" sz="1800" i="1" dirty="0">
                <a:effectLst/>
                <a:latin typeface="TimesNewRomanPS"/>
              </a:rPr>
              <a:t> </a:t>
            </a:r>
            <a:r>
              <a:rPr lang="en-US" sz="1800" i="1" dirty="0" err="1">
                <a:effectLst/>
                <a:latin typeface="TimesNewRomanPS"/>
              </a:rPr>
              <a:t>idare</a:t>
            </a:r>
            <a:br>
              <a:rPr lang="en-US" sz="1800" i="1" dirty="0">
                <a:effectLst/>
                <a:latin typeface="TimesNewRomanPS"/>
              </a:rPr>
            </a:br>
            <a:r>
              <a:rPr lang="en-US" sz="1800" b="1" dirty="0" err="1">
                <a:effectLst/>
                <a:latin typeface="TimesNewRomanPS"/>
              </a:rPr>
              <a:t>Madde</a:t>
            </a:r>
            <a:r>
              <a:rPr lang="en-US" sz="1800" b="1" dirty="0">
                <a:effectLst/>
                <a:latin typeface="TimesNewRomanPS"/>
              </a:rPr>
              <a:t> 126 / 3</a:t>
            </a:r>
            <a:br>
              <a:rPr lang="en-US" sz="1800" dirty="0">
                <a:effectLst/>
                <a:latin typeface="TimesNewRomanPSMT"/>
              </a:rPr>
            </a:br>
            <a:r>
              <a:rPr lang="en-US" sz="1800" dirty="0" err="1">
                <a:effectLst/>
                <a:latin typeface="TimesNewRomanPSMT"/>
              </a:rPr>
              <a:t>Kamu</a:t>
            </a:r>
            <a:r>
              <a:rPr lang="en-US" sz="1800" dirty="0">
                <a:effectLst/>
                <a:latin typeface="TimesNewRomanPSMT"/>
              </a:rPr>
              <a:t> </a:t>
            </a:r>
            <a:r>
              <a:rPr lang="en-US" sz="1800" dirty="0" err="1">
                <a:effectLst/>
                <a:latin typeface="TimesNewRomanPSMT"/>
              </a:rPr>
              <a:t>hizmetlerinin</a:t>
            </a:r>
            <a:r>
              <a:rPr lang="en-US" sz="1800" dirty="0">
                <a:effectLst/>
                <a:latin typeface="TimesNewRomanPSMT"/>
              </a:rPr>
              <a:t> </a:t>
            </a:r>
            <a:r>
              <a:rPr lang="en-US" sz="1800" dirty="0" err="1">
                <a:effectLst/>
                <a:latin typeface="TimesNewRomanPSMT"/>
              </a:rPr>
              <a:t>görülmesinde</a:t>
            </a:r>
            <a:r>
              <a:rPr lang="en-US" sz="1800" dirty="0">
                <a:effectLst/>
                <a:latin typeface="TimesNewRomanPSMT"/>
              </a:rPr>
              <a:t> </a:t>
            </a:r>
            <a:r>
              <a:rPr lang="en-US" sz="1800" dirty="0" err="1">
                <a:effectLst/>
                <a:latin typeface="TimesNewRomanPSMT"/>
              </a:rPr>
              <a:t>verim</a:t>
            </a:r>
            <a:r>
              <a:rPr lang="en-US" sz="1800" dirty="0">
                <a:effectLst/>
                <a:latin typeface="TimesNewRomanPSMT"/>
              </a:rPr>
              <a:t> </a:t>
            </a:r>
            <a:r>
              <a:rPr lang="en-US" sz="1800" dirty="0" err="1">
                <a:effectLst/>
                <a:latin typeface="TimesNewRomanPSMT"/>
              </a:rPr>
              <a:t>ve</a:t>
            </a:r>
            <a:r>
              <a:rPr lang="en-US" sz="1800" dirty="0">
                <a:effectLst/>
                <a:latin typeface="TimesNewRomanPSMT"/>
              </a:rPr>
              <a:t> </a:t>
            </a:r>
            <a:r>
              <a:rPr lang="en-US" sz="1800" dirty="0" err="1">
                <a:effectLst/>
                <a:latin typeface="TimesNewRomanPSMT"/>
              </a:rPr>
              <a:t>uyum</a:t>
            </a:r>
            <a:r>
              <a:rPr lang="en-US" sz="1800" dirty="0">
                <a:effectLst/>
                <a:latin typeface="TimesNewRomanPSMT"/>
              </a:rPr>
              <a:t> </a:t>
            </a:r>
            <a:r>
              <a:rPr lang="en-US" sz="1800" dirty="0" err="1">
                <a:effectLst/>
                <a:latin typeface="TimesNewRomanPSMT"/>
              </a:rPr>
              <a:t>sağlamak</a:t>
            </a:r>
            <a:r>
              <a:rPr lang="en-US" sz="1800" dirty="0">
                <a:effectLst/>
                <a:latin typeface="TimesNewRomanPSMT"/>
              </a:rPr>
              <a:t> </a:t>
            </a:r>
            <a:r>
              <a:rPr lang="en-US" sz="1800" dirty="0" err="1">
                <a:effectLst/>
                <a:latin typeface="TimesNewRomanPSMT"/>
              </a:rPr>
              <a:t>amacıyla</a:t>
            </a:r>
            <a:r>
              <a:rPr lang="en-US" sz="1800" dirty="0">
                <a:effectLst/>
                <a:latin typeface="TimesNewRomanPSMT"/>
              </a:rPr>
              <a:t>, </a:t>
            </a:r>
            <a:r>
              <a:rPr lang="en-US" sz="1800" dirty="0" err="1">
                <a:effectLst/>
                <a:latin typeface="TimesNewRomanPSMT"/>
              </a:rPr>
              <a:t>birden</a:t>
            </a:r>
            <a:r>
              <a:rPr lang="en-US" sz="1800" dirty="0">
                <a:effectLst/>
                <a:latin typeface="TimesNewRomanPSMT"/>
              </a:rPr>
              <a:t> </a:t>
            </a:r>
            <a:r>
              <a:rPr lang="en-US" sz="1800" dirty="0" err="1">
                <a:effectLst/>
                <a:latin typeface="TimesNewRomanPSMT"/>
              </a:rPr>
              <a:t>çok</a:t>
            </a:r>
            <a:r>
              <a:rPr lang="en-US" sz="1800" dirty="0">
                <a:effectLst/>
                <a:latin typeface="TimesNewRomanPSMT"/>
              </a:rPr>
              <a:t> </a:t>
            </a:r>
            <a:r>
              <a:rPr lang="en-US" sz="1800" dirty="0" err="1">
                <a:effectLst/>
                <a:latin typeface="TimesNewRomanPSMT"/>
              </a:rPr>
              <a:t>ili</a:t>
            </a:r>
            <a:r>
              <a:rPr lang="en-US" sz="1800" dirty="0">
                <a:effectLst/>
                <a:latin typeface="TimesNewRomanPSMT"/>
              </a:rPr>
              <a:t> </a:t>
            </a:r>
            <a:r>
              <a:rPr lang="en-US" sz="1800" dirty="0" err="1">
                <a:effectLst/>
                <a:latin typeface="TimesNewRomanPSMT"/>
              </a:rPr>
              <a:t>içine</a:t>
            </a:r>
            <a:r>
              <a:rPr lang="en-US" sz="1800" dirty="0">
                <a:effectLst/>
                <a:latin typeface="TimesNewRomanPSMT"/>
              </a:rPr>
              <a:t> </a:t>
            </a:r>
            <a:r>
              <a:rPr lang="en-US" sz="1800" dirty="0" err="1">
                <a:effectLst/>
                <a:latin typeface="TimesNewRomanPSMT"/>
              </a:rPr>
              <a:t>alan</a:t>
            </a:r>
            <a:r>
              <a:rPr lang="en-US" sz="1800" dirty="0">
                <a:effectLst/>
                <a:latin typeface="TimesNewRomanPSMT"/>
              </a:rPr>
              <a:t> </a:t>
            </a:r>
            <a:r>
              <a:rPr lang="en-US" sz="1800" dirty="0" err="1">
                <a:effectLst/>
                <a:latin typeface="TimesNewRomanPSMT"/>
              </a:rPr>
              <a:t>merkezi</a:t>
            </a:r>
            <a:r>
              <a:rPr lang="en-US" sz="1800" dirty="0">
                <a:effectLst/>
                <a:latin typeface="TimesNewRomanPSMT"/>
              </a:rPr>
              <a:t> </a:t>
            </a:r>
            <a:r>
              <a:rPr lang="en-US" sz="1800" dirty="0" err="1">
                <a:effectLst/>
                <a:latin typeface="TimesNewRomanPSMT"/>
              </a:rPr>
              <a:t>idare</a:t>
            </a:r>
            <a:r>
              <a:rPr lang="en-US" sz="1800" dirty="0">
                <a:effectLst/>
                <a:latin typeface="TimesNewRomanPSMT"/>
              </a:rPr>
              <a:t> </a:t>
            </a:r>
            <a:r>
              <a:rPr lang="en-US" sz="1800" dirty="0" err="1">
                <a:effectLst/>
                <a:latin typeface="TimesNewRomanPSMT"/>
              </a:rPr>
              <a:t>teşkilatı</a:t>
            </a:r>
            <a:r>
              <a:rPr lang="en-US" sz="1800" dirty="0">
                <a:effectLst/>
                <a:latin typeface="TimesNewRomanPSMT"/>
              </a:rPr>
              <a:t> </a:t>
            </a:r>
            <a:r>
              <a:rPr lang="en-US" sz="1800" dirty="0" err="1">
                <a:effectLst/>
                <a:latin typeface="TimesNewRomanPSMT"/>
              </a:rPr>
              <a:t>kurulabilir</a:t>
            </a:r>
            <a:r>
              <a:rPr lang="en-US" sz="1800" dirty="0">
                <a:effectLst/>
                <a:latin typeface="TimesNewRomanPSMT"/>
              </a:rPr>
              <a:t>. Bu </a:t>
            </a:r>
            <a:r>
              <a:rPr lang="en-US" sz="1800" dirty="0" err="1">
                <a:effectLst/>
                <a:latin typeface="TimesNewRomanPSMT"/>
              </a:rPr>
              <a:t>teşkilatın</a:t>
            </a:r>
            <a:r>
              <a:rPr lang="en-US" sz="1800" dirty="0">
                <a:effectLst/>
                <a:latin typeface="TimesNewRomanPSMT"/>
              </a:rPr>
              <a:t> </a:t>
            </a:r>
            <a:r>
              <a:rPr lang="en-US" sz="1800" dirty="0" err="1">
                <a:effectLst/>
                <a:latin typeface="TimesNewRomanPSMT"/>
              </a:rPr>
              <a:t>görev</a:t>
            </a:r>
            <a:r>
              <a:rPr lang="en-US" sz="1800" dirty="0">
                <a:effectLst/>
                <a:latin typeface="TimesNewRomanPSMT"/>
              </a:rPr>
              <a:t> </a:t>
            </a:r>
            <a:r>
              <a:rPr lang="en-US" sz="1800" dirty="0" err="1">
                <a:effectLst/>
                <a:latin typeface="TimesNewRomanPSMT"/>
              </a:rPr>
              <a:t>ve</a:t>
            </a:r>
            <a:r>
              <a:rPr lang="en-US" sz="1800" dirty="0">
                <a:effectLst/>
                <a:latin typeface="TimesNewRomanPSMT"/>
              </a:rPr>
              <a:t> </a:t>
            </a:r>
            <a:r>
              <a:rPr lang="en-US" sz="1800" dirty="0" err="1">
                <a:effectLst/>
                <a:latin typeface="TimesNewRomanPSMT"/>
              </a:rPr>
              <a:t>yetkileri</a:t>
            </a:r>
            <a:r>
              <a:rPr lang="en-US" sz="1800" dirty="0">
                <a:effectLst/>
                <a:latin typeface="TimesNewRomanPSMT"/>
              </a:rPr>
              <a:t> </a:t>
            </a:r>
            <a:r>
              <a:rPr lang="en-US" sz="1800" dirty="0" err="1">
                <a:effectLst/>
                <a:latin typeface="TimesNewRomanPSMT"/>
              </a:rPr>
              <a:t>kanunla</a:t>
            </a:r>
            <a:r>
              <a:rPr lang="en-US" sz="1800" dirty="0">
                <a:effectLst/>
                <a:latin typeface="TimesNewRomanPSMT"/>
              </a:rPr>
              <a:t> </a:t>
            </a:r>
            <a:r>
              <a:rPr lang="en-US" sz="1800" dirty="0" err="1">
                <a:effectLst/>
                <a:latin typeface="TimesNewRomanPSMT"/>
              </a:rPr>
              <a:t>düzenlenir</a:t>
            </a:r>
            <a:r>
              <a:rPr lang="en-US" sz="1800" dirty="0">
                <a:effectLst/>
                <a:latin typeface="TimesNewRomanPSMT"/>
              </a:rPr>
              <a:t>. </a:t>
            </a:r>
            <a:endParaRPr lang="en-US" sz="1400" dirty="0"/>
          </a:p>
          <a:p>
            <a:endParaRPr lang="tr-TR" sz="2800" b="1" dirty="0"/>
          </a:p>
          <a:p>
            <a:endParaRPr lang="en-US" dirty="0"/>
          </a:p>
        </p:txBody>
      </p:sp>
      <p:sp>
        <p:nvSpPr>
          <p:cNvPr id="10" name="Content Placeholder 2">
            <a:extLst>
              <a:ext uri="{FF2B5EF4-FFF2-40B4-BE49-F238E27FC236}">
                <a16:creationId xmlns:a16="http://schemas.microsoft.com/office/drawing/2014/main" id="{92BF9542-76E2-BE0E-1168-4DB5FE0ACE44}"/>
              </a:ext>
            </a:extLst>
          </p:cNvPr>
          <p:cNvSpPr txBox="1">
            <a:spLocks/>
          </p:cNvSpPr>
          <p:nvPr/>
        </p:nvSpPr>
        <p:spPr>
          <a:xfrm>
            <a:off x="4224528" y="322275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28962570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p:txBody>
          <a:bodyPr/>
          <a:lstStyle/>
          <a:p>
            <a:r>
              <a:rPr lang="en-US" dirty="0" err="1"/>
              <a:t>Anayasa</a:t>
            </a:r>
            <a:r>
              <a:rPr lang="en-US" dirty="0"/>
              <a:t> </a:t>
            </a:r>
            <a:r>
              <a:rPr lang="en-US" dirty="0" err="1"/>
              <a:t>Yargısına</a:t>
            </a:r>
            <a:r>
              <a:rPr lang="en-US" dirty="0"/>
              <a:t> </a:t>
            </a:r>
            <a:r>
              <a:rPr lang="en-US" dirty="0" err="1"/>
              <a:t>Giriş</a:t>
            </a:r>
            <a:endParaRPr lang="en-US" dirty="0"/>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34</a:t>
            </a:fld>
            <a:endParaRPr lang="en-US" dirty="0"/>
          </a:p>
        </p:txBody>
      </p:sp>
      <p:sp>
        <p:nvSpPr>
          <p:cNvPr id="6" name="Content Placeholder 2">
            <a:extLst>
              <a:ext uri="{FF2B5EF4-FFF2-40B4-BE49-F238E27FC236}">
                <a16:creationId xmlns:a16="http://schemas.microsoft.com/office/drawing/2014/main" id="{7356187E-7E56-28DF-8B05-7CB9D18D0B13}"/>
              </a:ext>
            </a:extLst>
          </p:cNvPr>
          <p:cNvSpPr txBox="1">
            <a:spLocks/>
          </p:cNvSpPr>
          <p:nvPr/>
        </p:nvSpPr>
        <p:spPr>
          <a:xfrm>
            <a:off x="4224527" y="1435125"/>
            <a:ext cx="7547059" cy="3767496"/>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200000"/>
              </a:lnSpc>
              <a:buFont typeface="Arial" panose="020B0604020202020204" pitchFamily="34" charset="0"/>
              <a:buChar char="•"/>
            </a:pPr>
            <a:r>
              <a:rPr lang="tr-TR" sz="2800" b="1" dirty="0"/>
              <a:t>Konu Unsuru</a:t>
            </a:r>
          </a:p>
          <a:p>
            <a:endParaRPr lang="en-US" dirty="0"/>
          </a:p>
        </p:txBody>
      </p:sp>
      <p:sp>
        <p:nvSpPr>
          <p:cNvPr id="10" name="Content Placeholder 2">
            <a:extLst>
              <a:ext uri="{FF2B5EF4-FFF2-40B4-BE49-F238E27FC236}">
                <a16:creationId xmlns:a16="http://schemas.microsoft.com/office/drawing/2014/main" id="{92BF9542-76E2-BE0E-1168-4DB5FE0ACE44}"/>
              </a:ext>
            </a:extLst>
          </p:cNvPr>
          <p:cNvSpPr txBox="1">
            <a:spLocks/>
          </p:cNvSpPr>
          <p:nvPr/>
        </p:nvSpPr>
        <p:spPr>
          <a:xfrm>
            <a:off x="4224528" y="322275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8503795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p:txBody>
          <a:bodyPr/>
          <a:lstStyle/>
          <a:p>
            <a:r>
              <a:rPr lang="en-US" dirty="0" err="1"/>
              <a:t>Anayasa</a:t>
            </a:r>
            <a:r>
              <a:rPr lang="en-US" dirty="0"/>
              <a:t> </a:t>
            </a:r>
            <a:r>
              <a:rPr lang="en-US" dirty="0" err="1"/>
              <a:t>Yargısına</a:t>
            </a:r>
            <a:r>
              <a:rPr lang="en-US" dirty="0"/>
              <a:t> </a:t>
            </a:r>
            <a:r>
              <a:rPr lang="en-US" dirty="0" err="1"/>
              <a:t>Giriş</a:t>
            </a:r>
            <a:endParaRPr lang="en-US" dirty="0"/>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35</a:t>
            </a:fld>
            <a:endParaRPr lang="en-US" dirty="0"/>
          </a:p>
        </p:txBody>
      </p:sp>
      <p:sp>
        <p:nvSpPr>
          <p:cNvPr id="6" name="Content Placeholder 2">
            <a:extLst>
              <a:ext uri="{FF2B5EF4-FFF2-40B4-BE49-F238E27FC236}">
                <a16:creationId xmlns:a16="http://schemas.microsoft.com/office/drawing/2014/main" id="{7356187E-7E56-28DF-8B05-7CB9D18D0B13}"/>
              </a:ext>
            </a:extLst>
          </p:cNvPr>
          <p:cNvSpPr txBox="1">
            <a:spLocks/>
          </p:cNvSpPr>
          <p:nvPr/>
        </p:nvSpPr>
        <p:spPr>
          <a:xfrm>
            <a:off x="4224527" y="1435125"/>
            <a:ext cx="7547059" cy="3767496"/>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200000"/>
              </a:lnSpc>
              <a:buFont typeface="Arial" panose="020B0604020202020204" pitchFamily="34" charset="0"/>
              <a:buChar char="•"/>
            </a:pPr>
            <a:r>
              <a:rPr lang="tr-TR" sz="2800" b="1" dirty="0"/>
              <a:t>Anayasa</a:t>
            </a:r>
          </a:p>
          <a:p>
            <a:r>
              <a:rPr lang="en-US" sz="1800" i="1" dirty="0">
                <a:effectLst/>
                <a:latin typeface="TimesNewRomanPS"/>
              </a:rPr>
              <a:t>A. </a:t>
            </a:r>
            <a:r>
              <a:rPr lang="en-US" sz="1800" i="1" dirty="0" err="1">
                <a:effectLst/>
                <a:latin typeface="TimesNewRomanPS"/>
              </a:rPr>
              <a:t>Dernek</a:t>
            </a:r>
            <a:r>
              <a:rPr lang="en-US" sz="1800" i="1" dirty="0">
                <a:effectLst/>
                <a:latin typeface="TimesNewRomanPS"/>
              </a:rPr>
              <a:t> </a:t>
            </a:r>
            <a:r>
              <a:rPr lang="en-US" sz="1800" i="1" dirty="0" err="1">
                <a:effectLst/>
                <a:latin typeface="TimesNewRomanPS"/>
              </a:rPr>
              <a:t>kurma</a:t>
            </a:r>
            <a:r>
              <a:rPr lang="en-US" sz="1800" i="1" dirty="0">
                <a:effectLst/>
                <a:latin typeface="TimesNewRomanPS"/>
              </a:rPr>
              <a:t> </a:t>
            </a:r>
            <a:r>
              <a:rPr lang="en-US" sz="1800" i="1" dirty="0" err="1">
                <a:effectLst/>
                <a:latin typeface="TimesNewRomanPS"/>
              </a:rPr>
              <a:t>hürriyeti</a:t>
            </a:r>
            <a:r>
              <a:rPr lang="en-US" sz="1800" i="1" dirty="0">
                <a:effectLst/>
                <a:latin typeface="TimesNewRomanPS"/>
              </a:rPr>
              <a:t> </a:t>
            </a:r>
            <a:endParaRPr lang="en-US" sz="1400" dirty="0"/>
          </a:p>
          <a:p>
            <a:r>
              <a:rPr lang="en-US" sz="1800" b="1" dirty="0" err="1">
                <a:effectLst/>
                <a:latin typeface="TimesNewRomanPS"/>
              </a:rPr>
              <a:t>Madde</a:t>
            </a:r>
            <a:r>
              <a:rPr lang="en-US" sz="1800" b="1" dirty="0">
                <a:effectLst/>
                <a:latin typeface="TimesNewRomanPS"/>
              </a:rPr>
              <a:t> 33 / 1</a:t>
            </a:r>
            <a:endParaRPr lang="en-US" sz="1400" dirty="0"/>
          </a:p>
          <a:p>
            <a:r>
              <a:rPr lang="en-US" sz="1800" dirty="0" err="1">
                <a:effectLst/>
                <a:latin typeface="TimesNewRomanPSMT"/>
              </a:rPr>
              <a:t>Herkes</a:t>
            </a:r>
            <a:r>
              <a:rPr lang="en-US" sz="1800" dirty="0">
                <a:effectLst/>
                <a:latin typeface="TimesNewRomanPSMT"/>
              </a:rPr>
              <a:t>, </a:t>
            </a:r>
            <a:r>
              <a:rPr lang="en-US" sz="1800" dirty="0" err="1">
                <a:effectLst/>
                <a:latin typeface="TimesNewRomanPSMT"/>
              </a:rPr>
              <a:t>önceden</a:t>
            </a:r>
            <a:r>
              <a:rPr lang="en-US" sz="1800" dirty="0">
                <a:effectLst/>
                <a:latin typeface="TimesNewRomanPSMT"/>
              </a:rPr>
              <a:t> </a:t>
            </a:r>
            <a:r>
              <a:rPr lang="en-US" sz="1800" dirty="0" err="1">
                <a:effectLst/>
                <a:latin typeface="TimesNewRomanPSMT"/>
              </a:rPr>
              <a:t>izin</a:t>
            </a:r>
            <a:r>
              <a:rPr lang="en-US" sz="1800" dirty="0">
                <a:effectLst/>
                <a:latin typeface="TimesNewRomanPSMT"/>
              </a:rPr>
              <a:t> </a:t>
            </a:r>
            <a:r>
              <a:rPr lang="en-US" sz="1800" dirty="0" err="1">
                <a:effectLst/>
                <a:latin typeface="TimesNewRomanPSMT"/>
              </a:rPr>
              <a:t>almaksızın</a:t>
            </a:r>
            <a:r>
              <a:rPr lang="en-US" sz="1800" dirty="0">
                <a:effectLst/>
                <a:latin typeface="TimesNewRomanPSMT"/>
              </a:rPr>
              <a:t> </a:t>
            </a:r>
            <a:r>
              <a:rPr lang="en-US" sz="1800" dirty="0" err="1">
                <a:effectLst/>
                <a:latin typeface="TimesNewRomanPSMT"/>
              </a:rPr>
              <a:t>dernek</a:t>
            </a:r>
            <a:r>
              <a:rPr lang="en-US" sz="1800" dirty="0">
                <a:effectLst/>
                <a:latin typeface="TimesNewRomanPSMT"/>
              </a:rPr>
              <a:t> </a:t>
            </a:r>
            <a:r>
              <a:rPr lang="en-US" sz="1800" dirty="0" err="1">
                <a:effectLst/>
                <a:latin typeface="TimesNewRomanPSMT"/>
              </a:rPr>
              <a:t>kurma</a:t>
            </a:r>
            <a:r>
              <a:rPr lang="en-US" sz="1800" dirty="0">
                <a:effectLst/>
                <a:latin typeface="TimesNewRomanPSMT"/>
              </a:rPr>
              <a:t> </a:t>
            </a:r>
            <a:r>
              <a:rPr lang="en-US" sz="1800" dirty="0" err="1">
                <a:effectLst/>
                <a:latin typeface="TimesNewRomanPSMT"/>
              </a:rPr>
              <a:t>ve</a:t>
            </a:r>
            <a:r>
              <a:rPr lang="en-US" sz="1800" dirty="0">
                <a:effectLst/>
                <a:latin typeface="TimesNewRomanPSMT"/>
              </a:rPr>
              <a:t> </a:t>
            </a:r>
            <a:r>
              <a:rPr lang="en-US" sz="1800" dirty="0" err="1">
                <a:effectLst/>
                <a:latin typeface="TimesNewRomanPSMT"/>
              </a:rPr>
              <a:t>bunlara</a:t>
            </a:r>
            <a:r>
              <a:rPr lang="en-US" sz="1800" dirty="0">
                <a:effectLst/>
                <a:latin typeface="TimesNewRomanPSMT"/>
              </a:rPr>
              <a:t> </a:t>
            </a:r>
            <a:r>
              <a:rPr lang="en-US" sz="1800" dirty="0" err="1">
                <a:effectLst/>
                <a:latin typeface="TimesNewRomanPSMT"/>
              </a:rPr>
              <a:t>üye</a:t>
            </a:r>
            <a:r>
              <a:rPr lang="en-US" sz="1800" dirty="0">
                <a:effectLst/>
                <a:latin typeface="TimesNewRomanPSMT"/>
              </a:rPr>
              <a:t> </a:t>
            </a:r>
            <a:r>
              <a:rPr lang="en-US" sz="1800" dirty="0" err="1">
                <a:effectLst/>
                <a:latin typeface="TimesNewRomanPSMT"/>
              </a:rPr>
              <a:t>olma</a:t>
            </a:r>
            <a:r>
              <a:rPr lang="en-US" sz="1800" dirty="0">
                <a:effectLst/>
                <a:latin typeface="TimesNewRomanPSMT"/>
              </a:rPr>
              <a:t> </a:t>
            </a:r>
            <a:r>
              <a:rPr lang="en-US" sz="1800" dirty="0" err="1">
                <a:effectLst/>
                <a:latin typeface="TimesNewRomanPSMT"/>
              </a:rPr>
              <a:t>ya</a:t>
            </a:r>
            <a:r>
              <a:rPr lang="en-US" sz="1800" dirty="0">
                <a:effectLst/>
                <a:latin typeface="TimesNewRomanPSMT"/>
              </a:rPr>
              <a:t> da </a:t>
            </a:r>
            <a:r>
              <a:rPr lang="en-US" sz="1800" dirty="0" err="1">
                <a:effectLst/>
                <a:latin typeface="TimesNewRomanPSMT"/>
              </a:rPr>
              <a:t>üyelikten</a:t>
            </a:r>
            <a:r>
              <a:rPr lang="en-US" sz="1800" dirty="0">
                <a:effectLst/>
                <a:latin typeface="TimesNewRomanPSMT"/>
              </a:rPr>
              <a:t> </a:t>
            </a:r>
            <a:r>
              <a:rPr lang="en-US" sz="1800" dirty="0" err="1">
                <a:effectLst/>
                <a:latin typeface="TimesNewRomanPSMT"/>
              </a:rPr>
              <a:t>çıkma</a:t>
            </a:r>
            <a:r>
              <a:rPr lang="en-US" sz="1800" dirty="0">
                <a:effectLst/>
                <a:latin typeface="TimesNewRomanPSMT"/>
              </a:rPr>
              <a:t> </a:t>
            </a:r>
            <a:r>
              <a:rPr lang="en-US" sz="1800" dirty="0" err="1">
                <a:effectLst/>
                <a:latin typeface="TimesNewRomanPSMT"/>
              </a:rPr>
              <a:t>hürriyetine</a:t>
            </a:r>
            <a:r>
              <a:rPr lang="en-US" sz="1800" dirty="0">
                <a:effectLst/>
                <a:latin typeface="TimesNewRomanPSMT"/>
              </a:rPr>
              <a:t> </a:t>
            </a:r>
            <a:r>
              <a:rPr lang="en-US" sz="1800" dirty="0" err="1">
                <a:effectLst/>
                <a:latin typeface="TimesNewRomanPSMT"/>
              </a:rPr>
              <a:t>sahiptir</a:t>
            </a:r>
            <a:r>
              <a:rPr lang="en-US" sz="1800" dirty="0">
                <a:effectLst/>
                <a:latin typeface="TimesNewRomanPSMT"/>
              </a:rPr>
              <a:t> </a:t>
            </a:r>
            <a:endParaRPr lang="en-US" sz="1400" dirty="0"/>
          </a:p>
          <a:p>
            <a:endParaRPr lang="tr-TR" sz="2800" b="1" dirty="0"/>
          </a:p>
          <a:p>
            <a:endParaRPr lang="en-US" dirty="0"/>
          </a:p>
        </p:txBody>
      </p:sp>
      <p:sp>
        <p:nvSpPr>
          <p:cNvPr id="10" name="Content Placeholder 2">
            <a:extLst>
              <a:ext uri="{FF2B5EF4-FFF2-40B4-BE49-F238E27FC236}">
                <a16:creationId xmlns:a16="http://schemas.microsoft.com/office/drawing/2014/main" id="{92BF9542-76E2-BE0E-1168-4DB5FE0ACE44}"/>
              </a:ext>
            </a:extLst>
          </p:cNvPr>
          <p:cNvSpPr txBox="1">
            <a:spLocks/>
          </p:cNvSpPr>
          <p:nvPr/>
        </p:nvSpPr>
        <p:spPr>
          <a:xfrm>
            <a:off x="4224528" y="322275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12415031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p:txBody>
          <a:bodyPr/>
          <a:lstStyle/>
          <a:p>
            <a:r>
              <a:rPr lang="en-US" dirty="0" err="1"/>
              <a:t>Anayasa</a:t>
            </a:r>
            <a:r>
              <a:rPr lang="en-US" dirty="0"/>
              <a:t> </a:t>
            </a:r>
            <a:r>
              <a:rPr lang="en-US" dirty="0" err="1"/>
              <a:t>Yargısına</a:t>
            </a:r>
            <a:r>
              <a:rPr lang="en-US" dirty="0"/>
              <a:t> </a:t>
            </a:r>
            <a:r>
              <a:rPr lang="en-US" dirty="0" err="1"/>
              <a:t>Giriş</a:t>
            </a:r>
            <a:endParaRPr lang="en-US" dirty="0"/>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36</a:t>
            </a:fld>
            <a:endParaRPr lang="en-US" dirty="0"/>
          </a:p>
        </p:txBody>
      </p:sp>
      <p:sp>
        <p:nvSpPr>
          <p:cNvPr id="6" name="Content Placeholder 2">
            <a:extLst>
              <a:ext uri="{FF2B5EF4-FFF2-40B4-BE49-F238E27FC236}">
                <a16:creationId xmlns:a16="http://schemas.microsoft.com/office/drawing/2014/main" id="{7356187E-7E56-28DF-8B05-7CB9D18D0B13}"/>
              </a:ext>
            </a:extLst>
          </p:cNvPr>
          <p:cNvSpPr txBox="1">
            <a:spLocks/>
          </p:cNvSpPr>
          <p:nvPr/>
        </p:nvSpPr>
        <p:spPr>
          <a:xfrm>
            <a:off x="4224527" y="1435125"/>
            <a:ext cx="7547059" cy="3767496"/>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200000"/>
              </a:lnSpc>
              <a:buFont typeface="Arial" panose="020B0604020202020204" pitchFamily="34" charset="0"/>
              <a:buChar char="•"/>
            </a:pPr>
            <a:r>
              <a:rPr lang="tr-TR" sz="2800" b="1" dirty="0"/>
              <a:t>Anayasa</a:t>
            </a:r>
          </a:p>
          <a:p>
            <a:r>
              <a:rPr lang="en-US" sz="1800" i="1" dirty="0">
                <a:effectLst/>
                <a:latin typeface="TimesNewRomanPS"/>
              </a:rPr>
              <a:t>B. </a:t>
            </a:r>
            <a:r>
              <a:rPr lang="en-US" sz="1800" i="1" dirty="0" err="1">
                <a:effectLst/>
                <a:latin typeface="TimesNewRomanPS"/>
              </a:rPr>
              <a:t>Sosyal</a:t>
            </a:r>
            <a:r>
              <a:rPr lang="en-US" sz="1800" i="1" dirty="0">
                <a:effectLst/>
                <a:latin typeface="TimesNewRomanPS"/>
              </a:rPr>
              <a:t> </a:t>
            </a:r>
            <a:r>
              <a:rPr lang="en-US" sz="1800" i="1" dirty="0" err="1">
                <a:effectLst/>
                <a:latin typeface="TimesNewRomanPS"/>
              </a:rPr>
              <a:t>güvenlik</a:t>
            </a:r>
            <a:r>
              <a:rPr lang="en-US" sz="1800" i="1" dirty="0">
                <a:effectLst/>
                <a:latin typeface="TimesNewRomanPS"/>
              </a:rPr>
              <a:t> </a:t>
            </a:r>
            <a:r>
              <a:rPr lang="en-US" sz="1800" i="1" dirty="0" err="1">
                <a:effectLst/>
                <a:latin typeface="TimesNewRomanPS"/>
              </a:rPr>
              <a:t>bakımından</a:t>
            </a:r>
            <a:r>
              <a:rPr lang="en-US" sz="1800" i="1" dirty="0">
                <a:effectLst/>
                <a:latin typeface="TimesNewRomanPS"/>
              </a:rPr>
              <a:t> </a:t>
            </a:r>
            <a:r>
              <a:rPr lang="en-US" sz="1800" i="1" dirty="0" err="1">
                <a:effectLst/>
                <a:latin typeface="TimesNewRomanPS"/>
              </a:rPr>
              <a:t>özel</a:t>
            </a:r>
            <a:r>
              <a:rPr lang="en-US" sz="1800" i="1" dirty="0">
                <a:effectLst/>
                <a:latin typeface="TimesNewRomanPS"/>
              </a:rPr>
              <a:t> </a:t>
            </a:r>
            <a:r>
              <a:rPr lang="en-US" sz="1800" i="1" dirty="0" err="1">
                <a:effectLst/>
                <a:latin typeface="TimesNewRomanPS"/>
              </a:rPr>
              <a:t>olarak</a:t>
            </a:r>
            <a:r>
              <a:rPr lang="en-US" sz="1800" i="1" dirty="0">
                <a:effectLst/>
                <a:latin typeface="TimesNewRomanPS"/>
              </a:rPr>
              <a:t> </a:t>
            </a:r>
            <a:r>
              <a:rPr lang="en-US" sz="1800" i="1" dirty="0" err="1">
                <a:effectLst/>
                <a:latin typeface="TimesNewRomanPS"/>
              </a:rPr>
              <a:t>korunması</a:t>
            </a:r>
            <a:r>
              <a:rPr lang="en-US" sz="1800" i="1" dirty="0">
                <a:effectLst/>
                <a:latin typeface="TimesNewRomanPS"/>
              </a:rPr>
              <a:t> </a:t>
            </a:r>
            <a:r>
              <a:rPr lang="en-US" sz="1800" i="1" dirty="0" err="1">
                <a:effectLst/>
                <a:latin typeface="TimesNewRomanPS"/>
              </a:rPr>
              <a:t>gerekenler</a:t>
            </a:r>
            <a:r>
              <a:rPr lang="en-US" sz="1800" i="1" dirty="0">
                <a:effectLst/>
                <a:latin typeface="TimesNewRomanPS"/>
              </a:rPr>
              <a:t>: </a:t>
            </a:r>
            <a:endParaRPr lang="en-US" sz="1400" dirty="0"/>
          </a:p>
          <a:p>
            <a:r>
              <a:rPr lang="en-US" sz="1800" b="1" dirty="0" err="1">
                <a:effectLst/>
                <a:latin typeface="TimesNewRomanPS"/>
              </a:rPr>
              <a:t>Madde</a:t>
            </a:r>
            <a:r>
              <a:rPr lang="en-US" sz="1800" b="1" dirty="0">
                <a:effectLst/>
                <a:latin typeface="TimesNewRomanPS"/>
              </a:rPr>
              <a:t> 61 / 3</a:t>
            </a:r>
          </a:p>
          <a:p>
            <a:r>
              <a:rPr lang="en-US" sz="1800" dirty="0" err="1">
                <a:effectLst/>
                <a:latin typeface="TimesNewRomanPSMT"/>
              </a:rPr>
              <a:t>Yaşlılar</a:t>
            </a:r>
            <a:r>
              <a:rPr lang="en-US" sz="1800" dirty="0">
                <a:effectLst/>
                <a:latin typeface="TimesNewRomanPSMT"/>
              </a:rPr>
              <a:t>, </a:t>
            </a:r>
            <a:r>
              <a:rPr lang="en-US" sz="1800" dirty="0" err="1">
                <a:effectLst/>
                <a:latin typeface="TimesNewRomanPSMT"/>
              </a:rPr>
              <a:t>Devletçe</a:t>
            </a:r>
            <a:r>
              <a:rPr lang="en-US" sz="1800" dirty="0">
                <a:effectLst/>
                <a:latin typeface="TimesNewRomanPSMT"/>
              </a:rPr>
              <a:t> </a:t>
            </a:r>
            <a:r>
              <a:rPr lang="en-US" sz="1800" dirty="0" err="1">
                <a:effectLst/>
                <a:latin typeface="TimesNewRomanPSMT"/>
              </a:rPr>
              <a:t>korunur</a:t>
            </a:r>
            <a:r>
              <a:rPr lang="en-US" sz="1800" dirty="0">
                <a:effectLst/>
                <a:latin typeface="TimesNewRomanPSMT"/>
              </a:rPr>
              <a:t>, </a:t>
            </a:r>
            <a:r>
              <a:rPr lang="en-US" sz="1800" dirty="0" err="1">
                <a:effectLst/>
                <a:latin typeface="TimesNewRomanPSMT"/>
              </a:rPr>
              <a:t>Yaşlılara</a:t>
            </a:r>
            <a:r>
              <a:rPr lang="en-US" sz="1800" dirty="0">
                <a:effectLst/>
                <a:latin typeface="TimesNewRomanPSMT"/>
              </a:rPr>
              <a:t> </a:t>
            </a:r>
            <a:r>
              <a:rPr lang="en-US" sz="1800" dirty="0" err="1">
                <a:effectLst/>
                <a:latin typeface="TimesNewRomanPSMT"/>
              </a:rPr>
              <a:t>Devlet</a:t>
            </a:r>
            <a:r>
              <a:rPr lang="en-US" sz="1800" dirty="0">
                <a:effectLst/>
                <a:latin typeface="TimesNewRomanPSMT"/>
              </a:rPr>
              <a:t> </a:t>
            </a:r>
            <a:r>
              <a:rPr lang="en-US" sz="1800" dirty="0" err="1">
                <a:effectLst/>
                <a:latin typeface="TimesNewRomanPSMT"/>
              </a:rPr>
              <a:t>yardımı</a:t>
            </a:r>
            <a:r>
              <a:rPr lang="en-US" sz="1800" dirty="0">
                <a:effectLst/>
                <a:latin typeface="TimesNewRomanPSMT"/>
              </a:rPr>
              <a:t> </a:t>
            </a:r>
            <a:r>
              <a:rPr lang="en-US" sz="1800" dirty="0" err="1">
                <a:effectLst/>
                <a:latin typeface="TimesNewRomanPSMT"/>
              </a:rPr>
              <a:t>ve</a:t>
            </a:r>
            <a:r>
              <a:rPr lang="en-US" sz="1800" dirty="0">
                <a:effectLst/>
                <a:latin typeface="TimesNewRomanPSMT"/>
              </a:rPr>
              <a:t> </a:t>
            </a:r>
            <a:r>
              <a:rPr lang="en-US" sz="1800" dirty="0" err="1">
                <a:effectLst/>
                <a:latin typeface="TimesNewRomanPSMT"/>
              </a:rPr>
              <a:t>sağlanacak</a:t>
            </a:r>
            <a:r>
              <a:rPr lang="en-US" sz="1800" dirty="0">
                <a:effectLst/>
                <a:latin typeface="TimesNewRomanPSMT"/>
              </a:rPr>
              <a:t> </a:t>
            </a:r>
            <a:r>
              <a:rPr lang="en-US" sz="1800" dirty="0" err="1">
                <a:effectLst/>
                <a:latin typeface="TimesNewRomanPSMT"/>
              </a:rPr>
              <a:t>diğer</a:t>
            </a:r>
            <a:r>
              <a:rPr lang="en-US" sz="1800" dirty="0">
                <a:effectLst/>
                <a:latin typeface="TimesNewRomanPSMT"/>
              </a:rPr>
              <a:t> </a:t>
            </a:r>
            <a:r>
              <a:rPr lang="en-US" sz="1800" dirty="0" err="1">
                <a:effectLst/>
                <a:latin typeface="TimesNewRomanPSMT"/>
              </a:rPr>
              <a:t>haklar</a:t>
            </a:r>
            <a:r>
              <a:rPr lang="en-US" sz="1800" dirty="0">
                <a:effectLst/>
                <a:latin typeface="TimesNewRomanPSMT"/>
              </a:rPr>
              <a:t> </a:t>
            </a:r>
            <a:r>
              <a:rPr lang="en-US" sz="1800" dirty="0" err="1">
                <a:effectLst/>
                <a:latin typeface="TimesNewRomanPSMT"/>
              </a:rPr>
              <a:t>ve</a:t>
            </a:r>
            <a:r>
              <a:rPr lang="en-US" sz="1800" dirty="0">
                <a:effectLst/>
                <a:latin typeface="TimesNewRomanPSMT"/>
              </a:rPr>
              <a:t> </a:t>
            </a:r>
            <a:r>
              <a:rPr lang="en-US" sz="1800" dirty="0" err="1">
                <a:effectLst/>
                <a:latin typeface="TimesNewRomanPSMT"/>
              </a:rPr>
              <a:t>kolaylıklar</a:t>
            </a:r>
            <a:r>
              <a:rPr lang="en-US" sz="1800" dirty="0">
                <a:effectLst/>
                <a:latin typeface="TimesNewRomanPSMT"/>
              </a:rPr>
              <a:t> </a:t>
            </a:r>
            <a:r>
              <a:rPr lang="en-US" sz="1800" dirty="0" err="1">
                <a:effectLst/>
                <a:latin typeface="TimesNewRomanPSMT"/>
              </a:rPr>
              <a:t>kanunla</a:t>
            </a:r>
            <a:r>
              <a:rPr lang="en-US" sz="1800" dirty="0">
                <a:effectLst/>
                <a:latin typeface="TimesNewRomanPSMT"/>
              </a:rPr>
              <a:t> </a:t>
            </a:r>
            <a:r>
              <a:rPr lang="en-US" sz="1800" dirty="0" err="1">
                <a:effectLst/>
                <a:latin typeface="TimesNewRomanPSMT"/>
              </a:rPr>
              <a:t>düzenlenir</a:t>
            </a:r>
            <a:r>
              <a:rPr lang="en-US" sz="1800" dirty="0">
                <a:effectLst/>
                <a:latin typeface="TimesNewRomanPSMT"/>
              </a:rPr>
              <a:t>. </a:t>
            </a:r>
            <a:endParaRPr lang="en-US" sz="1400" dirty="0"/>
          </a:p>
          <a:p>
            <a:endParaRPr lang="tr-TR" sz="2800" b="1" dirty="0"/>
          </a:p>
          <a:p>
            <a:endParaRPr lang="en-US" dirty="0"/>
          </a:p>
        </p:txBody>
      </p:sp>
      <p:sp>
        <p:nvSpPr>
          <p:cNvPr id="10" name="Content Placeholder 2">
            <a:extLst>
              <a:ext uri="{FF2B5EF4-FFF2-40B4-BE49-F238E27FC236}">
                <a16:creationId xmlns:a16="http://schemas.microsoft.com/office/drawing/2014/main" id="{92BF9542-76E2-BE0E-1168-4DB5FE0ACE44}"/>
              </a:ext>
            </a:extLst>
          </p:cNvPr>
          <p:cNvSpPr txBox="1">
            <a:spLocks/>
          </p:cNvSpPr>
          <p:nvPr/>
        </p:nvSpPr>
        <p:spPr>
          <a:xfrm>
            <a:off x="4224528" y="322275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3924574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AB426-5B7C-607E-D413-5D2C9495CC0A}"/>
              </a:ext>
            </a:extLst>
          </p:cNvPr>
          <p:cNvSpPr>
            <a:spLocks noGrp="1"/>
          </p:cNvSpPr>
          <p:nvPr>
            <p:ph type="ctrTitle"/>
          </p:nvPr>
        </p:nvSpPr>
        <p:spPr>
          <a:xfrm>
            <a:off x="1527048" y="1975104"/>
            <a:ext cx="5104980" cy="667512"/>
          </a:xfrm>
        </p:spPr>
        <p:txBody>
          <a:bodyPr/>
          <a:lstStyle/>
          <a:p>
            <a:r>
              <a:rPr lang="en-US" dirty="0" err="1"/>
              <a:t>Teşekkürler</a:t>
            </a:r>
            <a:endParaRPr lang="en-US" dirty="0"/>
          </a:p>
        </p:txBody>
      </p:sp>
      <p:sp>
        <p:nvSpPr>
          <p:cNvPr id="3" name="Subtitle 2">
            <a:extLst>
              <a:ext uri="{FF2B5EF4-FFF2-40B4-BE49-F238E27FC236}">
                <a16:creationId xmlns:a16="http://schemas.microsoft.com/office/drawing/2014/main" id="{B787DFD8-D262-D485-B1F2-817C5A0928C5}"/>
              </a:ext>
            </a:extLst>
          </p:cNvPr>
          <p:cNvSpPr>
            <a:spLocks noGrp="1"/>
          </p:cNvSpPr>
          <p:nvPr>
            <p:ph type="subTitle" idx="1"/>
          </p:nvPr>
        </p:nvSpPr>
        <p:spPr/>
        <p:txBody>
          <a:bodyPr/>
          <a:lstStyle/>
          <a:p>
            <a:r>
              <a:rPr lang="en-US" dirty="0"/>
              <a:t>Ar. </a:t>
            </a:r>
            <a:r>
              <a:rPr lang="en-US" dirty="0" err="1"/>
              <a:t>Gör</a:t>
            </a:r>
            <a:r>
              <a:rPr lang="en-US" dirty="0"/>
              <a:t>. Kardelen Altun</a:t>
            </a:r>
          </a:p>
          <a:p>
            <a:r>
              <a:rPr lang="en-US" dirty="0" err="1"/>
              <a:t>kardelenaltun@gmail.com</a:t>
            </a:r>
            <a:endParaRPr lang="en-US" dirty="0"/>
          </a:p>
          <a:p>
            <a:r>
              <a:rPr lang="en-US" dirty="0" err="1"/>
              <a:t>kardelenaltun@Ankara.edu.tr</a:t>
            </a:r>
            <a:endParaRPr lang="en-US" dirty="0"/>
          </a:p>
        </p:txBody>
      </p:sp>
    </p:spTree>
    <p:extLst>
      <p:ext uri="{BB962C8B-B14F-4D97-AF65-F5344CB8AC3E}">
        <p14:creationId xmlns:p14="http://schemas.microsoft.com/office/powerpoint/2010/main" val="1003962426"/>
      </p:ext>
    </p:extLst>
  </p:cSld>
  <p:clrMapOvr>
    <a:masterClrMapping/>
  </p:clrMapOvr>
</p:sld>
</file>

<file path=ppt/theme/theme1.xml><?xml version="1.0" encoding="utf-8"?>
<a:theme xmlns:a="http://schemas.openxmlformats.org/drawingml/2006/main" name="Office Theme">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Color-Block_Win32_jx_v9.potx" id="{B1D493D9-AF74-4AD6-8F0C-5B1308D7041B}" vid="{1AA99070-5A1F-42D2-9F5B-E7354C9646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Office Theme</Template>
  <TotalTime>3193</TotalTime>
  <Words>1254</Words>
  <Application>Microsoft Macintosh PowerPoint</Application>
  <PresentationFormat>Geniş ekran</PresentationFormat>
  <Paragraphs>183</Paragraphs>
  <Slides>37</Slides>
  <Notes>0</Notes>
  <HiddenSlides>0</HiddenSlides>
  <MMClips>0</MMClips>
  <ScaleCrop>false</ScaleCrop>
  <HeadingPairs>
    <vt:vector size="6" baseType="variant">
      <vt:variant>
        <vt:lpstr>Kullanılan Yazı Tipleri</vt:lpstr>
      </vt:variant>
      <vt:variant>
        <vt:i4>10</vt:i4>
      </vt:variant>
      <vt:variant>
        <vt:lpstr>Tema</vt:lpstr>
      </vt:variant>
      <vt:variant>
        <vt:i4>1</vt:i4>
      </vt:variant>
      <vt:variant>
        <vt:lpstr>Slayt Başlıkları</vt:lpstr>
      </vt:variant>
      <vt:variant>
        <vt:i4>37</vt:i4>
      </vt:variant>
    </vt:vector>
  </HeadingPairs>
  <TitlesOfParts>
    <vt:vector size="48" baseType="lpstr">
      <vt:lpstr>Arial</vt:lpstr>
      <vt:lpstr>Arial Black</vt:lpstr>
      <vt:lpstr>Calibri</vt:lpstr>
      <vt:lpstr>Helvetica</vt:lpstr>
      <vt:lpstr>Sabon Next LT</vt:lpstr>
      <vt:lpstr>Times New Roman</vt:lpstr>
      <vt:lpstr>Times New Roman,Bold</vt:lpstr>
      <vt:lpstr>TimesNewRomanPS</vt:lpstr>
      <vt:lpstr>TimesNewRomanPSMT</vt:lpstr>
      <vt:lpstr>Wingdings</vt:lpstr>
      <vt:lpstr>Office Theme</vt:lpstr>
      <vt:lpstr>Anayasa Yargısına Giriş</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Teşekkürler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Anayasa hukuku</dc:title>
  <dc:subject/>
  <dc:creator>Kardelen Altun</dc:creator>
  <cp:lastModifiedBy>Kardelen Altun</cp:lastModifiedBy>
  <cp:revision>12</cp:revision>
  <dcterms:created xsi:type="dcterms:W3CDTF">2023-02-21T17:08:11Z</dcterms:created>
  <dcterms:modified xsi:type="dcterms:W3CDTF">2026-02-26T11:47:05Z</dcterms:modified>
</cp:coreProperties>
</file>