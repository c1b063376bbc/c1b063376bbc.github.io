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28"/>
  </p:notesMasterIdLst>
  <p:sldIdLst>
    <p:sldId id="278" r:id="rId2"/>
    <p:sldId id="297" r:id="rId3"/>
    <p:sldId id="294" r:id="rId4"/>
    <p:sldId id="342" r:id="rId5"/>
    <p:sldId id="279" r:id="rId6"/>
    <p:sldId id="340" r:id="rId7"/>
    <p:sldId id="341" r:id="rId8"/>
    <p:sldId id="326" r:id="rId9"/>
    <p:sldId id="332" r:id="rId10"/>
    <p:sldId id="327" r:id="rId11"/>
    <p:sldId id="328" r:id="rId12"/>
    <p:sldId id="334" r:id="rId13"/>
    <p:sldId id="329" r:id="rId14"/>
    <p:sldId id="338" r:id="rId15"/>
    <p:sldId id="330" r:id="rId16"/>
    <p:sldId id="325" r:id="rId17"/>
    <p:sldId id="324" r:id="rId18"/>
    <p:sldId id="335" r:id="rId19"/>
    <p:sldId id="337" r:id="rId20"/>
    <p:sldId id="336" r:id="rId21"/>
    <p:sldId id="331" r:id="rId22"/>
    <p:sldId id="344" r:id="rId23"/>
    <p:sldId id="343" r:id="rId24"/>
    <p:sldId id="333" r:id="rId25"/>
    <p:sldId id="345" r:id="rId26"/>
    <p:sldId id="293" r:id="rId27"/>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userDrawn="1">
          <p15:clr>
            <a:srgbClr val="A4A3A4"/>
          </p15:clr>
        </p15:guide>
        <p15:guide id="2" pos="456" userDrawn="1">
          <p15:clr>
            <a:srgbClr val="A4A3A4"/>
          </p15:clr>
        </p15:guide>
        <p15:guide id="3" orient="horz" pos="2616" userDrawn="1">
          <p15:clr>
            <a:srgbClr val="A4A3A4"/>
          </p15:clr>
        </p15:guide>
        <p15:guide id="4" orient="horz" pos="3264" userDrawn="1">
          <p15:clr>
            <a:srgbClr val="A4A3A4"/>
          </p15:clr>
        </p15:guide>
        <p15:guide id="5" pos="6912" userDrawn="1">
          <p15:clr>
            <a:srgbClr val="A4A3A4"/>
          </p15:clr>
        </p15:guide>
        <p15:guide id="6" orient="horz" pos="2136" userDrawn="1">
          <p15:clr>
            <a:srgbClr val="A4A3A4"/>
          </p15:clr>
        </p15:guide>
        <p15:guide id="7" orient="horz" pos="4008" userDrawn="1">
          <p15:clr>
            <a:srgbClr val="A4A3A4"/>
          </p15:clr>
        </p15:guide>
        <p15:guide id="8" orient="horz" pos="1152" userDrawn="1">
          <p15:clr>
            <a:srgbClr val="A4A3A4"/>
          </p15:clr>
        </p15:guide>
        <p15:guide id="9" orient="horz" pos="2352" userDrawn="1">
          <p15:clr>
            <a:srgbClr val="A4A3A4"/>
          </p15:clr>
        </p15:guide>
        <p15:guide id="10" orient="horz" pos="1512" userDrawn="1">
          <p15:clr>
            <a:srgbClr val="A4A3A4"/>
          </p15:clr>
        </p15:guide>
        <p15:guide id="11" pos="7680" userDrawn="1">
          <p15:clr>
            <a:srgbClr val="A4A3A4"/>
          </p15:clr>
        </p15:guide>
        <p15:guide id="12" pos="6696" userDrawn="1">
          <p15:clr>
            <a:srgbClr val="A4A3A4"/>
          </p15:clr>
        </p15:guide>
        <p15:guide id="13" pos="1008" userDrawn="1">
          <p15:clr>
            <a:srgbClr val="A4A3A4"/>
          </p15:clr>
        </p15:guide>
        <p15:guide id="14" pos="1584"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4" orient="horz" pos="960" userDrawn="1">
          <p15:clr>
            <a:srgbClr val="A4A3A4"/>
          </p15:clr>
        </p15:guide>
        <p15:guide id="25" pos="5256" userDrawn="1">
          <p15:clr>
            <a:srgbClr val="A4A3A4"/>
          </p15:clr>
        </p15:guide>
        <p15:guide id="26" pos="726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604"/>
    <p:restoredTop sz="96327" autoAdjust="0"/>
  </p:normalViewPr>
  <p:slideViewPr>
    <p:cSldViewPr snapToGrid="0" snapToObjects="1">
      <p:cViewPr varScale="1">
        <p:scale>
          <a:sx n="102" d="100"/>
          <a:sy n="102" d="100"/>
        </p:scale>
        <p:origin x="192" y="512"/>
      </p:cViewPr>
      <p:guideLst>
        <p:guide/>
        <p:guide pos="456"/>
        <p:guide orient="horz" pos="2616"/>
        <p:guide orient="horz" pos="3264"/>
        <p:guide pos="6912"/>
        <p:guide orient="horz" pos="2136"/>
        <p:guide orient="horz" pos="4008"/>
        <p:guide orient="horz" pos="1152"/>
        <p:guide orient="horz" pos="2352"/>
        <p:guide orient="horz" pos="1512"/>
        <p:guide pos="7680"/>
        <p:guide pos="6696"/>
        <p:guide pos="1008"/>
        <p:guide pos="1584"/>
        <p:guide pos="2136"/>
        <p:guide pos="2760"/>
        <p:guide pos="3288"/>
        <p:guide pos="4032"/>
        <p:guide pos="4392"/>
        <p:guide pos="4944"/>
        <p:guide pos="5544"/>
        <p:guide pos="6072"/>
        <p:guide orient="horz" pos="2448"/>
        <p:guide orient="horz" pos="960"/>
        <p:guide pos="5256"/>
        <p:guide pos="726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descr="preencoded.png">
            <a:extLst>
              <a:ext uri="{FF2B5EF4-FFF2-40B4-BE49-F238E27FC236}">
                <a16:creationId xmlns:a16="http://schemas.microsoft.com/office/drawing/2014/main" id="{BA5D5A72-CB6F-F8DE-E2C9-90459C8C3DC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Lst>
          </p:cNvPr>
          <p:cNvSpPr/>
          <p:nvPr userDrawn="1"/>
        </p:nvSpPr>
        <p:spPr>
          <a:xfrm>
            <a:off x="1600201" y="1153228"/>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Lst>
          </p:cNvPr>
          <p:cNvSpPr/>
          <p:nvPr userDrawn="1"/>
        </p:nvSpPr>
        <p:spPr>
          <a:xfrm>
            <a:off x="2795588"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p:nvPr>
        </p:nvSpPr>
        <p:spPr>
          <a:xfrm>
            <a:off x="3403092" y="1984248"/>
            <a:ext cx="5385816" cy="1225296"/>
          </a:xfrm>
        </p:spPr>
        <p:txBody>
          <a:bodyPr tIns="0" anchor="t">
            <a:noAutofit/>
          </a:bodyPr>
          <a:lstStyle>
            <a:lvl1pPr algn="ctr">
              <a:defRPr sz="4400"/>
            </a:lvl1pPr>
          </a:lstStyle>
          <a:p>
            <a:r>
              <a:rPr lang="en-US"/>
              <a:t>Click to edit Master title style</a:t>
            </a:r>
            <a:endParaRPr lang="en-US" dirty="0"/>
          </a:p>
        </p:txBody>
      </p:sp>
      <p:sp>
        <p:nvSpPr>
          <p:cNvPr id="3" name="Subtitle 2"/>
          <p:cNvSpPr>
            <a:spLocks noGrp="1"/>
          </p:cNvSpPr>
          <p:nvPr>
            <p:ph type="subTitle" idx="1"/>
          </p:nvPr>
        </p:nvSpPr>
        <p:spPr>
          <a:xfrm>
            <a:off x="4349496" y="3483864"/>
            <a:ext cx="3493008" cy="878908"/>
          </a:xfrm>
        </p:spPr>
        <p:txBody>
          <a:bodyPr lIns="0" tIns="0" rIns="0" bIns="0">
            <a:no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31799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descr="preencoded.png">
            <a:extLst>
              <a:ext uri="{FF2B5EF4-FFF2-40B4-BE49-F238E27FC236}">
                <a16:creationId xmlns:a16="http://schemas.microsoft.com/office/drawing/2014/main" id="{EFFAEAD9-58A9-096B-C6D0-58F7AD08EB20}"/>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p:nvPr>
        </p:nvSpPr>
        <p:spPr>
          <a:xfrm>
            <a:off x="1499616" y="1901952"/>
            <a:ext cx="5693664" cy="768096"/>
          </a:xfrm>
        </p:spPr>
        <p:txBody>
          <a:bodyPr>
            <a:noAutofit/>
          </a:bodyPr>
          <a:lstStyle>
            <a:lvl1pPr algn="l">
              <a:lnSpc>
                <a:spcPct val="100000"/>
              </a:lnSpc>
              <a:defRPr/>
            </a:lvl1pPr>
          </a:lstStyle>
          <a:p>
            <a:r>
              <a:rPr lang="en-US"/>
              <a:t>Click to edit Master title style</a:t>
            </a:r>
            <a:endParaRPr lang="en-US" dirty="0"/>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p:nvPr>
        </p:nvSpPr>
        <p:spPr>
          <a:xfrm>
            <a:off x="1499616" y="2770632"/>
            <a:ext cx="5693664" cy="3122168"/>
          </a:xfrm>
        </p:spPr>
        <p:txBody>
          <a:bodyPr>
            <a:no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Introduction">
    <p:spTree>
      <p:nvGrpSpPr>
        <p:cNvPr id="1" name=""/>
        <p:cNvGrpSpPr/>
        <p:nvPr/>
      </p:nvGrpSpPr>
      <p:grpSpPr>
        <a:xfrm>
          <a:off x="0" y="0"/>
          <a:ext cx="0" cy="0"/>
          <a:chOff x="0" y="0"/>
          <a:chExt cx="0" cy="0"/>
        </a:xfrm>
      </p:grpSpPr>
      <p:sp>
        <p:nvSpPr>
          <p:cNvPr id="23" name="Freeform: Shape 22">
            <a:extLst>
              <a:ext uri="{FF2B5EF4-FFF2-40B4-BE49-F238E27FC236}">
                <a16:creationId xmlns:a16="http://schemas.microsoft.com/office/drawing/2014/main" id="{C35EFB42-020B-1DF4-3D42-26092CE45F08}"/>
              </a:ext>
            </a:extLst>
          </p:cNvPr>
          <p:cNvSpPr/>
          <p:nvPr userDrawn="1"/>
        </p:nvSpPr>
        <p:spPr>
          <a:xfrm>
            <a:off x="0" y="3427336"/>
            <a:ext cx="3430200" cy="3430665"/>
          </a:xfrm>
          <a:custGeom>
            <a:avLst/>
            <a:gdLst>
              <a:gd name="connsiteX0" fmla="*/ 0 w 3430200"/>
              <a:gd name="connsiteY0" fmla="*/ 0 h 3430665"/>
              <a:gd name="connsiteX1" fmla="*/ 3430200 w 3430200"/>
              <a:gd name="connsiteY1" fmla="*/ 0 h 3430665"/>
              <a:gd name="connsiteX2" fmla="*/ 3430200 w 3430200"/>
              <a:gd name="connsiteY2" fmla="*/ 3430665 h 3430665"/>
              <a:gd name="connsiteX3" fmla="*/ 0 w 3430200"/>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0" y="0"/>
                </a:moveTo>
                <a:lnTo>
                  <a:pt x="3430200" y="0"/>
                </a:lnTo>
                <a:lnTo>
                  <a:pt x="3430200"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Freeform: Shape 19">
            <a:extLst>
              <a:ext uri="{FF2B5EF4-FFF2-40B4-BE49-F238E27FC236}">
                <a16:creationId xmlns:a16="http://schemas.microsoft.com/office/drawing/2014/main" id="{AB4DD322-D1E0-74CB-BBFF-057426E58EBC}"/>
              </a:ext>
            </a:extLst>
          </p:cNvPr>
          <p:cNvSpPr/>
          <p:nvPr userDrawn="1"/>
        </p:nvSpPr>
        <p:spPr>
          <a:xfrm>
            <a:off x="0" y="3427336"/>
            <a:ext cx="3430200" cy="3430665"/>
          </a:xfrm>
          <a:custGeom>
            <a:avLst/>
            <a:gdLst>
              <a:gd name="connsiteX0" fmla="*/ 3430200 w 3430200"/>
              <a:gd name="connsiteY0" fmla="*/ 0 h 3430665"/>
              <a:gd name="connsiteX1" fmla="*/ 3430200 w 3430200"/>
              <a:gd name="connsiteY1" fmla="*/ 3430665 h 3430665"/>
              <a:gd name="connsiteX2" fmla="*/ 0 w 3430200"/>
              <a:gd name="connsiteY2" fmla="*/ 3430665 h 3430665"/>
              <a:gd name="connsiteX3" fmla="*/ 0 w 3430200"/>
              <a:gd name="connsiteY3" fmla="*/ 3417531 h 3430665"/>
            </a:gdLst>
            <a:ahLst/>
            <a:cxnLst>
              <a:cxn ang="0">
                <a:pos x="connsiteX0" y="connsiteY0"/>
              </a:cxn>
              <a:cxn ang="0">
                <a:pos x="connsiteX1" y="connsiteY1"/>
              </a:cxn>
              <a:cxn ang="0">
                <a:pos x="connsiteX2" y="connsiteY2"/>
              </a:cxn>
              <a:cxn ang="0">
                <a:pos x="connsiteX3" y="connsiteY3"/>
              </a:cxn>
            </a:cxnLst>
            <a:rect l="l" t="t" r="r" b="b"/>
            <a:pathLst>
              <a:path w="3430200" h="3430665">
                <a:moveTo>
                  <a:pt x="3430200" y="0"/>
                </a:moveTo>
                <a:lnTo>
                  <a:pt x="3430200" y="3430665"/>
                </a:lnTo>
                <a:lnTo>
                  <a:pt x="0" y="3430665"/>
                </a:lnTo>
                <a:lnTo>
                  <a:pt x="0" y="3417531"/>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Shape 13">
            <a:extLst>
              <a:ext uri="{FF2B5EF4-FFF2-40B4-BE49-F238E27FC236}">
                <a16:creationId xmlns:a16="http://schemas.microsoft.com/office/drawing/2014/main" id="{C11D3FCE-EC92-8558-A3E5-04DB12477A3B}"/>
              </a:ext>
            </a:extLst>
          </p:cNvPr>
          <p:cNvSpPr/>
          <p:nvPr userDrawn="1"/>
        </p:nvSpPr>
        <p:spPr>
          <a:xfrm>
            <a:off x="1" y="1"/>
            <a:ext cx="3423785" cy="3437345"/>
          </a:xfrm>
          <a:custGeom>
            <a:avLst/>
            <a:gdLst>
              <a:gd name="connsiteX0" fmla="*/ 0 w 3423785"/>
              <a:gd name="connsiteY0" fmla="*/ 0 h 3437345"/>
              <a:gd name="connsiteX1" fmla="*/ 3423785 w 3423785"/>
              <a:gd name="connsiteY1" fmla="*/ 0 h 3437345"/>
              <a:gd name="connsiteX2" fmla="*/ 3423785 w 3423785"/>
              <a:gd name="connsiteY2" fmla="*/ 3437345 h 3437345"/>
              <a:gd name="connsiteX3" fmla="*/ 0 w 342378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423785" h="3437345">
                <a:moveTo>
                  <a:pt x="0" y="0"/>
                </a:moveTo>
                <a:lnTo>
                  <a:pt x="3423785" y="0"/>
                </a:lnTo>
                <a:lnTo>
                  <a:pt x="342378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p:cNvSpPr>
            <a:spLocks noGrp="1"/>
          </p:cNvSpPr>
          <p:nvPr userDrawn="1">
            <p:ph type="title"/>
          </p:nvPr>
        </p:nvSpPr>
        <p:spPr>
          <a:xfrm>
            <a:off x="4224528" y="2276856"/>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userDrawn="1">
            <p:ph idx="1"/>
          </p:nvPr>
        </p:nvSpPr>
        <p:spPr>
          <a:xfrm>
            <a:off x="4224528" y="3222752"/>
            <a:ext cx="6766560"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userDrawn="1">
            <p:ph type="ftr" sz="quarter" idx="11"/>
          </p:nvPr>
        </p:nvSpPr>
        <p:spPr>
          <a:xfrm>
            <a:off x="4224528" y="457200"/>
            <a:ext cx="3200400" cy="274320"/>
          </a:xfrm>
        </p:spPr>
        <p:txBody>
          <a:bodyPr>
            <a:noAutofit/>
          </a:bodyPr>
          <a:lstStyle/>
          <a:p>
            <a:r>
              <a:rPr lang="en-US"/>
              <a:t>Presentation title</a:t>
            </a:r>
            <a:endParaRPr lang="en-US" dirty="0"/>
          </a:p>
        </p:txBody>
      </p:sp>
      <p:sp>
        <p:nvSpPr>
          <p:cNvPr id="6" name="Slide Number Placeholder 5"/>
          <p:cNvSpPr>
            <a:spLocks noGrp="1"/>
          </p:cNvSpPr>
          <p:nvPr userDrawn="1">
            <p:ph type="sldNum" sz="quarter" idx="12"/>
          </p:nvPr>
        </p:nvSpPr>
        <p:spPr/>
        <p:txBody>
          <a:bodyPr>
            <a:noAutofit/>
          </a:bodyPr>
          <a:lstStyle/>
          <a:p>
            <a:fld id="{48F63A3B-78C7-47BE-AE5E-E10140E04643}" type="slidenum">
              <a:rPr lang="en-US" dirty="0"/>
              <a:t>‹#›</a:t>
            </a:fld>
            <a:endParaRPr lang="en-US" dirty="0"/>
          </a:p>
        </p:txBody>
      </p:sp>
      <p:sp>
        <p:nvSpPr>
          <p:cNvPr id="17" name="Freeform: Shape 16">
            <a:extLst>
              <a:ext uri="{FF2B5EF4-FFF2-40B4-BE49-F238E27FC236}">
                <a16:creationId xmlns:a16="http://schemas.microsoft.com/office/drawing/2014/main" id="{217CBC9E-B934-828F-2AE5-211CEF5B1D25}"/>
              </a:ext>
            </a:extLst>
          </p:cNvPr>
          <p:cNvSpPr/>
          <p:nvPr userDrawn="1"/>
        </p:nvSpPr>
        <p:spPr>
          <a:xfrm>
            <a:off x="1" y="869"/>
            <a:ext cx="3423785" cy="3436477"/>
          </a:xfrm>
          <a:custGeom>
            <a:avLst/>
            <a:gdLst>
              <a:gd name="connsiteX0" fmla="*/ 0 w 3423785"/>
              <a:gd name="connsiteY0" fmla="*/ 0 h 3436477"/>
              <a:gd name="connsiteX1" fmla="*/ 3423785 w 3423785"/>
              <a:gd name="connsiteY1" fmla="*/ 3436477 h 3436477"/>
              <a:gd name="connsiteX2" fmla="*/ 0 w 3423785"/>
              <a:gd name="connsiteY2" fmla="*/ 3436477 h 3436477"/>
            </a:gdLst>
            <a:ahLst/>
            <a:cxnLst>
              <a:cxn ang="0">
                <a:pos x="connsiteX0" y="connsiteY0"/>
              </a:cxn>
              <a:cxn ang="0">
                <a:pos x="connsiteX1" y="connsiteY1"/>
              </a:cxn>
              <a:cxn ang="0">
                <a:pos x="connsiteX2" y="connsiteY2"/>
              </a:cxn>
            </a:cxnLst>
            <a:rect l="l" t="t" r="r" b="b"/>
            <a:pathLst>
              <a:path w="3423785" h="3436477">
                <a:moveTo>
                  <a:pt x="0" y="0"/>
                </a:moveTo>
                <a:lnTo>
                  <a:pt x="3423785"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772183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3D352B04-96E6-839B-9D92-EE98385C4D49}"/>
              </a:ext>
            </a:extLst>
          </p:cNvPr>
          <p:cNvSpPr/>
          <p:nvPr userDrawn="1"/>
        </p:nvSpPr>
        <p:spPr>
          <a:xfrm>
            <a:off x="2062836" y="686475"/>
            <a:ext cx="7774629" cy="6193018"/>
          </a:xfrm>
          <a:custGeom>
            <a:avLst/>
            <a:gdLst>
              <a:gd name="connsiteX0" fmla="*/ 3887320 w 7774629"/>
              <a:gd name="connsiteY0" fmla="*/ 0 h 6193018"/>
              <a:gd name="connsiteX1" fmla="*/ 7774629 w 7774629"/>
              <a:gd name="connsiteY1" fmla="*/ 3884811 h 6193018"/>
              <a:gd name="connsiteX2" fmla="*/ 7774629 w 7774629"/>
              <a:gd name="connsiteY2" fmla="*/ 6193018 h 6193018"/>
              <a:gd name="connsiteX3" fmla="*/ 0 w 7774629"/>
              <a:gd name="connsiteY3" fmla="*/ 6193018 h 6193018"/>
              <a:gd name="connsiteX4" fmla="*/ 0 w 7774629"/>
              <a:gd name="connsiteY4" fmla="*/ 3884811 h 6193018"/>
              <a:gd name="connsiteX5" fmla="*/ 3887320 w 7774629"/>
              <a:gd name="connsiteY5" fmla="*/ 0 h 61930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74629" h="6193018">
                <a:moveTo>
                  <a:pt x="3887320" y="0"/>
                </a:moveTo>
                <a:cubicBezTo>
                  <a:pt x="6034243" y="0"/>
                  <a:pt x="7774629" y="1739299"/>
                  <a:pt x="7774629" y="3884811"/>
                </a:cubicBezTo>
                <a:lnTo>
                  <a:pt x="7774629" y="6193018"/>
                </a:lnTo>
                <a:lnTo>
                  <a:pt x="0" y="6193018"/>
                </a:lnTo>
                <a:lnTo>
                  <a:pt x="0" y="3884811"/>
                </a:lnTo>
                <a:cubicBezTo>
                  <a:pt x="0" y="1739299"/>
                  <a:pt x="1740414" y="0"/>
                  <a:pt x="3887320" y="0"/>
                </a:cubicBezTo>
                <a:close/>
              </a:path>
            </a:pathLst>
          </a:custGeom>
          <a:solidFill>
            <a:schemeClr val="accent2">
              <a:lumMod val="20000"/>
              <a:lumOff val="80000"/>
              <a:alpha val="99000"/>
            </a:schemeClr>
          </a:solidFill>
          <a:ln w="543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6" name="Freeform: Shape 45">
            <a:extLst>
              <a:ext uri="{FF2B5EF4-FFF2-40B4-BE49-F238E27FC236}">
                <a16:creationId xmlns:a16="http://schemas.microsoft.com/office/drawing/2014/main" id="{723D98FB-5EB7-A8DF-8470-B23A80D669E4}"/>
              </a:ext>
            </a:extLst>
          </p:cNvPr>
          <p:cNvSpPr/>
          <p:nvPr userDrawn="1"/>
        </p:nvSpPr>
        <p:spPr>
          <a:xfrm>
            <a:off x="7610252" y="1"/>
            <a:ext cx="2273668" cy="3147998"/>
          </a:xfrm>
          <a:custGeom>
            <a:avLst/>
            <a:gdLst>
              <a:gd name="connsiteX0" fmla="*/ 183295 w 2273668"/>
              <a:gd name="connsiteY0" fmla="*/ 0 h 3147998"/>
              <a:gd name="connsiteX1" fmla="*/ 2273668 w 2273668"/>
              <a:gd name="connsiteY1" fmla="*/ 0 h 3147998"/>
              <a:gd name="connsiteX2" fmla="*/ 2273668 w 2273668"/>
              <a:gd name="connsiteY2" fmla="*/ 3147998 h 3147998"/>
              <a:gd name="connsiteX3" fmla="*/ 2096300 w 2273668"/>
              <a:gd name="connsiteY3" fmla="*/ 3147998 h 3147998"/>
              <a:gd name="connsiteX4" fmla="*/ 2033714 w 2273668"/>
              <a:gd name="connsiteY4" fmla="*/ 3144814 h 3147998"/>
              <a:gd name="connsiteX5" fmla="*/ 0 w 2273668"/>
              <a:gd name="connsiteY5" fmla="*/ 886966 h 3147998"/>
              <a:gd name="connsiteX6" fmla="*/ 178732 w 2273668"/>
              <a:gd name="connsiteY6" fmla="*/ 9417 h 314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68" h="3147998">
                <a:moveTo>
                  <a:pt x="183295" y="0"/>
                </a:moveTo>
                <a:lnTo>
                  <a:pt x="2273668" y="0"/>
                </a:lnTo>
                <a:lnTo>
                  <a:pt x="2273668" y="3147998"/>
                </a:lnTo>
                <a:lnTo>
                  <a:pt x="2096300" y="3147998"/>
                </a:lnTo>
                <a:lnTo>
                  <a:pt x="2033714" y="3144814"/>
                </a:lnTo>
                <a:cubicBezTo>
                  <a:pt x="895944" y="3028420"/>
                  <a:pt x="0" y="2060597"/>
                  <a:pt x="0" y="886966"/>
                </a:cubicBezTo>
                <a:cubicBezTo>
                  <a:pt x="0" y="576250"/>
                  <a:pt x="63712" y="279606"/>
                  <a:pt x="178732" y="9417"/>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3" name="Freeform: Shape 42">
            <a:extLst>
              <a:ext uri="{FF2B5EF4-FFF2-40B4-BE49-F238E27FC236}">
                <a16:creationId xmlns:a16="http://schemas.microsoft.com/office/drawing/2014/main" id="{4550F3CE-BAE9-3916-42CA-F4D906FA5173}"/>
              </a:ext>
            </a:extLst>
          </p:cNvPr>
          <p:cNvSpPr/>
          <p:nvPr userDrawn="1"/>
        </p:nvSpPr>
        <p:spPr>
          <a:xfrm>
            <a:off x="9883919" y="2"/>
            <a:ext cx="2254928" cy="3141557"/>
          </a:xfrm>
          <a:custGeom>
            <a:avLst/>
            <a:gdLst>
              <a:gd name="connsiteX0" fmla="*/ 0 w 2254928"/>
              <a:gd name="connsiteY0" fmla="*/ 0 h 3141557"/>
              <a:gd name="connsiteX1" fmla="*/ 2080472 w 2254928"/>
              <a:gd name="connsiteY1" fmla="*/ 0 h 3141557"/>
              <a:gd name="connsiteX2" fmla="*/ 2154269 w 2254928"/>
              <a:gd name="connsiteY2" fmla="*/ 202607 h 3141557"/>
              <a:gd name="connsiteX3" fmla="*/ 2254928 w 2254928"/>
              <a:gd name="connsiteY3" fmla="*/ 871976 h 3141557"/>
              <a:gd name="connsiteX4" fmla="*/ 231934 w 2254928"/>
              <a:gd name="connsiteY4" fmla="*/ 3128339 h 3141557"/>
              <a:gd name="connsiteX5" fmla="*/ 19 w 2254928"/>
              <a:gd name="connsiteY5" fmla="*/ 3141557 h 3141557"/>
              <a:gd name="connsiteX6" fmla="*/ 0 w 2254928"/>
              <a:gd name="connsiteY6" fmla="*/ 3141557 h 3141557"/>
              <a:gd name="connsiteX7" fmla="*/ 0 w 2254928"/>
              <a:gd name="connsiteY7" fmla="*/ 2729990 h 3141557"/>
              <a:gd name="connsiteX8" fmla="*/ 0 w 2254928"/>
              <a:gd name="connsiteY8" fmla="*/ 2344136 h 3141557"/>
              <a:gd name="connsiteX9" fmla="*/ 0 w 2254928"/>
              <a:gd name="connsiteY9" fmla="*/ 1983167 h 3141557"/>
              <a:gd name="connsiteX10" fmla="*/ 0 w 2254928"/>
              <a:gd name="connsiteY10" fmla="*/ 1646252 h 3141557"/>
              <a:gd name="connsiteX11" fmla="*/ 0 w 2254928"/>
              <a:gd name="connsiteY11" fmla="*/ 1332565 h 3141557"/>
              <a:gd name="connsiteX12" fmla="*/ 0 w 2254928"/>
              <a:gd name="connsiteY12" fmla="*/ 1041273 h 3141557"/>
              <a:gd name="connsiteX13" fmla="*/ 0 w 2254928"/>
              <a:gd name="connsiteY13" fmla="*/ 771549 h 3141557"/>
              <a:gd name="connsiteX14" fmla="*/ 0 w 2254928"/>
              <a:gd name="connsiteY14" fmla="*/ 522561 h 3141557"/>
              <a:gd name="connsiteX15" fmla="*/ 0 w 2254928"/>
              <a:gd name="connsiteY15" fmla="*/ 293482 h 3141557"/>
              <a:gd name="connsiteX16" fmla="*/ 0 w 2254928"/>
              <a:gd name="connsiteY16" fmla="*/ 83481 h 314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54928" h="3141557">
                <a:moveTo>
                  <a:pt x="0" y="0"/>
                </a:moveTo>
                <a:lnTo>
                  <a:pt x="2080472" y="0"/>
                </a:lnTo>
                <a:lnTo>
                  <a:pt x="2154269" y="202607"/>
                </a:lnTo>
                <a:cubicBezTo>
                  <a:pt x="2219730" y="414134"/>
                  <a:pt x="2254928" y="638939"/>
                  <a:pt x="2254928" y="871976"/>
                </a:cubicBezTo>
                <a:cubicBezTo>
                  <a:pt x="2254928" y="2045607"/>
                  <a:pt x="1374977" y="3005515"/>
                  <a:pt x="231934" y="3128339"/>
                </a:cubicBezTo>
                <a:lnTo>
                  <a:pt x="19" y="3141557"/>
                </a:lnTo>
                <a:lnTo>
                  <a:pt x="0" y="3141557"/>
                </a:lnTo>
                <a:lnTo>
                  <a:pt x="0" y="2729990"/>
                </a:lnTo>
                <a:lnTo>
                  <a:pt x="0" y="2344136"/>
                </a:lnTo>
                <a:lnTo>
                  <a:pt x="0" y="1983167"/>
                </a:lnTo>
                <a:lnTo>
                  <a:pt x="0" y="1646252"/>
                </a:lnTo>
                <a:lnTo>
                  <a:pt x="0" y="1332565"/>
                </a:lnTo>
                <a:lnTo>
                  <a:pt x="0" y="1041273"/>
                </a:lnTo>
                <a:lnTo>
                  <a:pt x="0" y="771549"/>
                </a:lnTo>
                <a:lnTo>
                  <a:pt x="0" y="522561"/>
                </a:lnTo>
                <a:lnTo>
                  <a:pt x="0" y="293482"/>
                </a:lnTo>
                <a:lnTo>
                  <a:pt x="0" y="83481"/>
                </a:lnTo>
                <a:close/>
              </a:path>
            </a:pathLst>
          </a:custGeom>
          <a:solidFill>
            <a:schemeClr val="accent6"/>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9" name="Freeform: Shape 48">
            <a:extLst>
              <a:ext uri="{FF2B5EF4-FFF2-40B4-BE49-F238E27FC236}">
                <a16:creationId xmlns:a16="http://schemas.microsoft.com/office/drawing/2014/main" id="{D83F65A0-0C52-48AD-DC5D-B5D3BF3CC188}"/>
              </a:ext>
            </a:extLst>
          </p:cNvPr>
          <p:cNvSpPr/>
          <p:nvPr userDrawn="1"/>
        </p:nvSpPr>
        <p:spPr>
          <a:xfrm>
            <a:off x="8395730" y="2"/>
            <a:ext cx="2959203" cy="2352793"/>
          </a:xfrm>
          <a:custGeom>
            <a:avLst/>
            <a:gdLst>
              <a:gd name="connsiteX0" fmla="*/ 289830 w 2959203"/>
              <a:gd name="connsiteY0" fmla="*/ 0 h 2352793"/>
              <a:gd name="connsiteX1" fmla="*/ 2669374 w 2959203"/>
              <a:gd name="connsiteY1" fmla="*/ 0 h 2352793"/>
              <a:gd name="connsiteX2" fmla="*/ 2706511 w 2959203"/>
              <a:gd name="connsiteY2" fmla="*/ 49584 h 2352793"/>
              <a:gd name="connsiteX3" fmla="*/ 2951565 w 2959203"/>
              <a:gd name="connsiteY3" fmla="*/ 724493 h 2352793"/>
              <a:gd name="connsiteX4" fmla="*/ 2959203 w 2959203"/>
              <a:gd name="connsiteY4" fmla="*/ 875514 h 2352793"/>
              <a:gd name="connsiteX5" fmla="*/ 2959203 w 2959203"/>
              <a:gd name="connsiteY5" fmla="*/ 875554 h 2352793"/>
              <a:gd name="connsiteX6" fmla="*/ 2951565 w 2959203"/>
              <a:gd name="connsiteY6" fmla="*/ 1026575 h 2352793"/>
              <a:gd name="connsiteX7" fmla="*/ 1479602 w 2959203"/>
              <a:gd name="connsiteY7" fmla="*/ 2352793 h 2352793"/>
              <a:gd name="connsiteX8" fmla="*/ 0 w 2959203"/>
              <a:gd name="connsiteY8" fmla="*/ 875534 h 2352793"/>
              <a:gd name="connsiteX9" fmla="*/ 252694 w 2959203"/>
              <a:gd name="connsiteY9" fmla="*/ 49584 h 2352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59203" h="2352793">
                <a:moveTo>
                  <a:pt x="289830" y="0"/>
                </a:moveTo>
                <a:lnTo>
                  <a:pt x="2669374" y="0"/>
                </a:lnTo>
                <a:lnTo>
                  <a:pt x="2706511" y="49584"/>
                </a:lnTo>
                <a:cubicBezTo>
                  <a:pt x="2839459" y="246061"/>
                  <a:pt x="2926309" y="476187"/>
                  <a:pt x="2951565" y="724493"/>
                </a:cubicBezTo>
                <a:lnTo>
                  <a:pt x="2959203" y="875514"/>
                </a:lnTo>
                <a:lnTo>
                  <a:pt x="2959203" y="875554"/>
                </a:lnTo>
                <a:lnTo>
                  <a:pt x="2951565" y="1026575"/>
                </a:lnTo>
                <a:cubicBezTo>
                  <a:pt x="2875795" y="1771492"/>
                  <a:pt x="2245691" y="2352793"/>
                  <a:pt x="1479602" y="2352793"/>
                </a:cubicBezTo>
                <a:cubicBezTo>
                  <a:pt x="662440" y="2352793"/>
                  <a:pt x="0" y="1691401"/>
                  <a:pt x="0" y="875534"/>
                </a:cubicBezTo>
                <a:cubicBezTo>
                  <a:pt x="0" y="569583"/>
                  <a:pt x="93156" y="285356"/>
                  <a:pt x="252694" y="49584"/>
                </a:cubicBez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40" name="Freeform: Shape 39">
            <a:extLst>
              <a:ext uri="{FF2B5EF4-FFF2-40B4-BE49-F238E27FC236}">
                <a16:creationId xmlns:a16="http://schemas.microsoft.com/office/drawing/2014/main" id="{F8FA7F58-C470-6376-9DB1-DE7034C491E8}"/>
              </a:ext>
            </a:extLst>
          </p:cNvPr>
          <p:cNvSpPr/>
          <p:nvPr userDrawn="1"/>
        </p:nvSpPr>
        <p:spPr>
          <a:xfrm>
            <a:off x="1390854" y="3130662"/>
            <a:ext cx="3106248" cy="3748831"/>
          </a:xfrm>
          <a:custGeom>
            <a:avLst/>
            <a:gdLst>
              <a:gd name="connsiteX0" fmla="*/ 0 w 3106248"/>
              <a:gd name="connsiteY0" fmla="*/ 0 h 3748831"/>
              <a:gd name="connsiteX1" fmla="*/ 3106248 w 3106248"/>
              <a:gd name="connsiteY1" fmla="*/ 3748831 h 3748831"/>
              <a:gd name="connsiteX2" fmla="*/ 0 w 3106248"/>
              <a:gd name="connsiteY2" fmla="*/ 3748831 h 3748831"/>
            </a:gdLst>
            <a:ahLst/>
            <a:cxnLst>
              <a:cxn ang="0">
                <a:pos x="connsiteX0" y="connsiteY0"/>
              </a:cxn>
              <a:cxn ang="0">
                <a:pos x="connsiteX1" y="connsiteY1"/>
              </a:cxn>
              <a:cxn ang="0">
                <a:pos x="connsiteX2" y="connsiteY2"/>
              </a:cxn>
            </a:cxnLst>
            <a:rect l="l" t="t" r="r" b="b"/>
            <a:pathLst>
              <a:path w="3106248" h="3748831">
                <a:moveTo>
                  <a:pt x="0" y="0"/>
                </a:moveTo>
                <a:lnTo>
                  <a:pt x="3106248" y="3748831"/>
                </a:lnTo>
                <a:lnTo>
                  <a:pt x="0" y="3748831"/>
                </a:lnTo>
                <a:close/>
              </a:path>
            </a:pathLst>
          </a:custGeom>
          <a:solidFill>
            <a:schemeClr val="accent2">
              <a:alpha val="99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7" name="Freeform: Shape 36">
            <a:extLst>
              <a:ext uri="{FF2B5EF4-FFF2-40B4-BE49-F238E27FC236}">
                <a16:creationId xmlns:a16="http://schemas.microsoft.com/office/drawing/2014/main" id="{B27C9E57-563E-7980-7B3C-45FAD9C386F4}"/>
              </a:ext>
            </a:extLst>
          </p:cNvPr>
          <p:cNvSpPr/>
          <p:nvPr userDrawn="1"/>
        </p:nvSpPr>
        <p:spPr>
          <a:xfrm>
            <a:off x="0" y="3130661"/>
            <a:ext cx="1400640" cy="3748832"/>
          </a:xfrm>
          <a:custGeom>
            <a:avLst/>
            <a:gdLst>
              <a:gd name="connsiteX0" fmla="*/ 1400640 w 1400640"/>
              <a:gd name="connsiteY0" fmla="*/ 0 h 3748832"/>
              <a:gd name="connsiteX1" fmla="*/ 1400640 w 1400640"/>
              <a:gd name="connsiteY1" fmla="*/ 3748832 h 3748832"/>
              <a:gd name="connsiteX2" fmla="*/ 0 w 1400640"/>
              <a:gd name="connsiteY2" fmla="*/ 3748832 h 3748832"/>
              <a:gd name="connsiteX3" fmla="*/ 0 w 1400640"/>
              <a:gd name="connsiteY3" fmla="*/ 1684743 h 3748832"/>
            </a:gdLst>
            <a:ahLst/>
            <a:cxnLst>
              <a:cxn ang="0">
                <a:pos x="connsiteX0" y="connsiteY0"/>
              </a:cxn>
              <a:cxn ang="0">
                <a:pos x="connsiteX1" y="connsiteY1"/>
              </a:cxn>
              <a:cxn ang="0">
                <a:pos x="connsiteX2" y="connsiteY2"/>
              </a:cxn>
              <a:cxn ang="0">
                <a:pos x="connsiteX3" y="connsiteY3"/>
              </a:cxn>
            </a:cxnLst>
            <a:rect l="l" t="t" r="r" b="b"/>
            <a:pathLst>
              <a:path w="1400640" h="3748832">
                <a:moveTo>
                  <a:pt x="1400640" y="0"/>
                </a:moveTo>
                <a:lnTo>
                  <a:pt x="1400640" y="3748832"/>
                </a:lnTo>
                <a:lnTo>
                  <a:pt x="0" y="3748832"/>
                </a:lnTo>
                <a:lnTo>
                  <a:pt x="0" y="1684743"/>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2" name="Title 1"/>
          <p:cNvSpPr>
            <a:spLocks noGrp="1"/>
          </p:cNvSpPr>
          <p:nvPr>
            <p:ph type="title"/>
          </p:nvPr>
        </p:nvSpPr>
        <p:spPr>
          <a:xfrm>
            <a:off x="2895600" y="3776472"/>
            <a:ext cx="6400800" cy="768096"/>
          </a:xfrm>
        </p:spPr>
        <p:txBody>
          <a:bodyPr anchor="t">
            <a:noAutofit/>
          </a:bodyPr>
          <a:lstStyle>
            <a:lvl1pPr>
              <a:lnSpc>
                <a:spcPct val="100000"/>
              </a:lnSpc>
              <a:defRPr sz="4400"/>
            </a:lvl1pPr>
          </a:lstStyle>
          <a:p>
            <a:r>
              <a:rPr lang="en-US"/>
              <a:t>Click to edit Master title style</a:t>
            </a:r>
            <a:endParaRPr lang="en-US" dirty="0"/>
          </a:p>
        </p:txBody>
      </p:sp>
      <p:sp>
        <p:nvSpPr>
          <p:cNvPr id="3" name="Text Placeholder 2"/>
          <p:cNvSpPr>
            <a:spLocks noGrp="1"/>
          </p:cNvSpPr>
          <p:nvPr>
            <p:ph type="body" idx="1"/>
          </p:nvPr>
        </p:nvSpPr>
        <p:spPr>
          <a:xfrm>
            <a:off x="2895600" y="4718304"/>
            <a:ext cx="6400800" cy="512064"/>
          </a:xfrm>
        </p:spPr>
        <p:txBody>
          <a:bodyPr lIns="0" tIns="0" rIns="0" bIns="0">
            <a:noAutofit/>
          </a:bodyPr>
          <a:lstStyle>
            <a:lvl1pPr marL="0" indent="0" algn="ctr">
              <a:spcBef>
                <a:spcPts val="0"/>
              </a:spcBef>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hart">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2459EA3C-8B88-5F1F-531E-7DA7DE55710B}"/>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539496" y="2103120"/>
            <a:ext cx="11119104" cy="44348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0804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B0C0F070-237F-C60F-3458-4D4D9BA0A222}"/>
              </a:ext>
            </a:extLst>
          </p:cNvPr>
          <p:cNvSpPr/>
          <p:nvPr userDrawn="1"/>
        </p:nvSpPr>
        <p:spPr>
          <a:xfrm>
            <a:off x="9866106" y="0"/>
            <a:ext cx="2325894" cy="2180854"/>
          </a:xfrm>
          <a:custGeom>
            <a:avLst/>
            <a:gdLst>
              <a:gd name="connsiteX0" fmla="*/ 2066927 w 2325894"/>
              <a:gd name="connsiteY0" fmla="*/ 0 h 2180854"/>
              <a:gd name="connsiteX1" fmla="*/ 2098882 w 2325894"/>
              <a:gd name="connsiteY1" fmla="*/ 0 h 2180854"/>
              <a:gd name="connsiteX2" fmla="*/ 2128893 w 2325894"/>
              <a:gd name="connsiteY2" fmla="*/ 44463 h 2180854"/>
              <a:gd name="connsiteX3" fmla="*/ 2269798 w 2325894"/>
              <a:gd name="connsiteY3" fmla="*/ 120493 h 2180854"/>
              <a:gd name="connsiteX4" fmla="*/ 2325894 w 2325894"/>
              <a:gd name="connsiteY4" fmla="*/ 126162 h 2180854"/>
              <a:gd name="connsiteX5" fmla="*/ 2325894 w 2325894"/>
              <a:gd name="connsiteY5" fmla="*/ 149263 h 2180854"/>
              <a:gd name="connsiteX6" fmla="*/ 2265120 w 2325894"/>
              <a:gd name="connsiteY6" fmla="*/ 143117 h 2180854"/>
              <a:gd name="connsiteX7" fmla="*/ 2075647 w 2325894"/>
              <a:gd name="connsiteY7" fmla="*/ 16048 h 2180854"/>
              <a:gd name="connsiteX8" fmla="*/ 1926448 w 2325894"/>
              <a:gd name="connsiteY8" fmla="*/ 0 h 2180854"/>
              <a:gd name="connsiteX9" fmla="*/ 1950522 w 2325894"/>
              <a:gd name="connsiteY9" fmla="*/ 0 h 2180854"/>
              <a:gd name="connsiteX10" fmla="*/ 1952130 w 2325894"/>
              <a:gd name="connsiteY10" fmla="*/ 5167 h 2180854"/>
              <a:gd name="connsiteX11" fmla="*/ 2244242 w 2325894"/>
              <a:gd name="connsiteY11" fmla="*/ 244834 h 2180854"/>
              <a:gd name="connsiteX12" fmla="*/ 2325894 w 2325894"/>
              <a:gd name="connsiteY12" fmla="*/ 253091 h 2180854"/>
              <a:gd name="connsiteX13" fmla="*/ 2325894 w 2325894"/>
              <a:gd name="connsiteY13" fmla="*/ 276192 h 2180854"/>
              <a:gd name="connsiteX14" fmla="*/ 2239598 w 2325894"/>
              <a:gd name="connsiteY14" fmla="*/ 267464 h 2180854"/>
              <a:gd name="connsiteX15" fmla="*/ 1930848 w 2325894"/>
              <a:gd name="connsiteY15" fmla="*/ 14141 h 2180854"/>
              <a:gd name="connsiteX16" fmla="*/ 1794114 w 2325894"/>
              <a:gd name="connsiteY16" fmla="*/ 0 h 2180854"/>
              <a:gd name="connsiteX17" fmla="*/ 1818202 w 2325894"/>
              <a:gd name="connsiteY17" fmla="*/ 0 h 2180854"/>
              <a:gd name="connsiteX18" fmla="*/ 1835170 w 2325894"/>
              <a:gd name="connsiteY18" fmla="*/ 54535 h 2180854"/>
              <a:gd name="connsiteX19" fmla="*/ 2218687 w 2325894"/>
              <a:gd name="connsiteY19" fmla="*/ 369191 h 2180854"/>
              <a:gd name="connsiteX20" fmla="*/ 2325894 w 2325894"/>
              <a:gd name="connsiteY20" fmla="*/ 380032 h 2180854"/>
              <a:gd name="connsiteX21" fmla="*/ 2325894 w 2325894"/>
              <a:gd name="connsiteY21" fmla="*/ 403132 h 2180854"/>
              <a:gd name="connsiteX22" fmla="*/ 2214043 w 2325894"/>
              <a:gd name="connsiteY22" fmla="*/ 391825 h 2180854"/>
              <a:gd name="connsiteX23" fmla="*/ 1813889 w 2325894"/>
              <a:gd name="connsiteY23" fmla="*/ 63559 h 2180854"/>
              <a:gd name="connsiteX24" fmla="*/ 1661683 w 2325894"/>
              <a:gd name="connsiteY24" fmla="*/ 0 h 2180854"/>
              <a:gd name="connsiteX25" fmla="*/ 1685874 w 2325894"/>
              <a:gd name="connsiteY25" fmla="*/ 0 h 2180854"/>
              <a:gd name="connsiteX26" fmla="*/ 1718212 w 2325894"/>
              <a:gd name="connsiteY26" fmla="*/ 103965 h 2180854"/>
              <a:gd name="connsiteX27" fmla="*/ 2193133 w 2325894"/>
              <a:gd name="connsiteY27" fmla="*/ 493659 h 2180854"/>
              <a:gd name="connsiteX28" fmla="*/ 2325894 w 2325894"/>
              <a:gd name="connsiteY28" fmla="*/ 507083 h 2180854"/>
              <a:gd name="connsiteX29" fmla="*/ 2325894 w 2325894"/>
              <a:gd name="connsiteY29" fmla="*/ 530183 h 2180854"/>
              <a:gd name="connsiteX30" fmla="*/ 2188450 w 2325894"/>
              <a:gd name="connsiteY30" fmla="*/ 516288 h 2180854"/>
              <a:gd name="connsiteX31" fmla="*/ 1696817 w 2325894"/>
              <a:gd name="connsiteY31" fmla="*/ 112939 h 2180854"/>
              <a:gd name="connsiteX32" fmla="*/ 1531553 w 2325894"/>
              <a:gd name="connsiteY32" fmla="*/ 0 h 2180854"/>
              <a:gd name="connsiteX33" fmla="*/ 1554659 w 2325894"/>
              <a:gd name="connsiteY33" fmla="*/ 0 h 2180854"/>
              <a:gd name="connsiteX34" fmla="*/ 1555243 w 2325894"/>
              <a:gd name="connsiteY34" fmla="*/ 5776 h 2180854"/>
              <a:gd name="connsiteX35" fmla="*/ 2245588 w 2325894"/>
              <a:gd name="connsiteY35" fmla="*/ 629962 h 2180854"/>
              <a:gd name="connsiteX36" fmla="*/ 2325894 w 2325894"/>
              <a:gd name="connsiteY36" fmla="*/ 634030 h 2180854"/>
              <a:gd name="connsiteX37" fmla="*/ 2325894 w 2325894"/>
              <a:gd name="connsiteY37" fmla="*/ 657131 h 2180854"/>
              <a:gd name="connsiteX38" fmla="*/ 2243214 w 2325894"/>
              <a:gd name="connsiteY38" fmla="*/ 652943 h 2180854"/>
              <a:gd name="connsiteX39" fmla="*/ 1532607 w 2325894"/>
              <a:gd name="connsiteY39" fmla="*/ 10419 h 2180854"/>
              <a:gd name="connsiteX40" fmla="*/ 1404609 w 2325894"/>
              <a:gd name="connsiteY40" fmla="*/ 0 h 2180854"/>
              <a:gd name="connsiteX41" fmla="*/ 1427709 w 2325894"/>
              <a:gd name="connsiteY41" fmla="*/ 0 h 2180854"/>
              <a:gd name="connsiteX42" fmla="*/ 1430873 w 2325894"/>
              <a:gd name="connsiteY42" fmla="*/ 31287 h 2180854"/>
              <a:gd name="connsiteX43" fmla="*/ 2232606 w 2325894"/>
              <a:gd name="connsiteY43" fmla="*/ 756233 h 2180854"/>
              <a:gd name="connsiteX44" fmla="*/ 2325894 w 2325894"/>
              <a:gd name="connsiteY44" fmla="*/ 760959 h 2180854"/>
              <a:gd name="connsiteX45" fmla="*/ 2325894 w 2325894"/>
              <a:gd name="connsiteY45" fmla="*/ 784060 h 2180854"/>
              <a:gd name="connsiteX46" fmla="*/ 2230270 w 2325894"/>
              <a:gd name="connsiteY46" fmla="*/ 779216 h 2180854"/>
              <a:gd name="connsiteX47" fmla="*/ 1408246 w 2325894"/>
              <a:gd name="connsiteY47" fmla="*/ 35964 h 2180854"/>
              <a:gd name="connsiteX48" fmla="*/ 1274343 w 2325894"/>
              <a:gd name="connsiteY48" fmla="*/ 0 h 2180854"/>
              <a:gd name="connsiteX49" fmla="*/ 1300756 w 2325894"/>
              <a:gd name="connsiteY49" fmla="*/ 0 h 2180854"/>
              <a:gd name="connsiteX50" fmla="*/ 1306507 w 2325894"/>
              <a:gd name="connsiteY50" fmla="*/ 56884 h 2180854"/>
              <a:gd name="connsiteX51" fmla="*/ 2219643 w 2325894"/>
              <a:gd name="connsiteY51" fmla="*/ 882640 h 2180854"/>
              <a:gd name="connsiteX52" fmla="*/ 2325894 w 2325894"/>
              <a:gd name="connsiteY52" fmla="*/ 888022 h 2180854"/>
              <a:gd name="connsiteX53" fmla="*/ 2325894 w 2325894"/>
              <a:gd name="connsiteY53" fmla="*/ 911123 h 2180854"/>
              <a:gd name="connsiteX54" fmla="*/ 2217286 w 2325894"/>
              <a:gd name="connsiteY54" fmla="*/ 905621 h 2180854"/>
              <a:gd name="connsiteX55" fmla="*/ 1283761 w 2325894"/>
              <a:gd name="connsiteY55" fmla="*/ 61528 h 2180854"/>
              <a:gd name="connsiteX56" fmla="*/ 1146071 w 2325894"/>
              <a:gd name="connsiteY56" fmla="*/ 0 h 2180854"/>
              <a:gd name="connsiteX57" fmla="*/ 1169414 w 2325894"/>
              <a:gd name="connsiteY57" fmla="*/ 0 h 2180854"/>
              <a:gd name="connsiteX58" fmla="*/ 1182030 w 2325894"/>
              <a:gd name="connsiteY58" fmla="*/ 82429 h 2180854"/>
              <a:gd name="connsiteX59" fmla="*/ 2206679 w 2325894"/>
              <a:gd name="connsiteY59" fmla="*/ 1008912 h 2180854"/>
              <a:gd name="connsiteX60" fmla="*/ 2325894 w 2325894"/>
              <a:gd name="connsiteY60" fmla="*/ 1014951 h 2180854"/>
              <a:gd name="connsiteX61" fmla="*/ 2325894 w 2325894"/>
              <a:gd name="connsiteY61" fmla="*/ 1038052 h 2180854"/>
              <a:gd name="connsiteX62" fmla="*/ 2204323 w 2325894"/>
              <a:gd name="connsiteY62" fmla="*/ 1031893 h 2180854"/>
              <a:gd name="connsiteX63" fmla="*/ 1159398 w 2325894"/>
              <a:gd name="connsiteY63" fmla="*/ 87072 h 2180854"/>
              <a:gd name="connsiteX64" fmla="*/ 1017789 w 2325894"/>
              <a:gd name="connsiteY64" fmla="*/ 0 h 2180854"/>
              <a:gd name="connsiteX65" fmla="*/ 1041132 w 2325894"/>
              <a:gd name="connsiteY65" fmla="*/ 0 h 2180854"/>
              <a:gd name="connsiteX66" fmla="*/ 1057661 w 2325894"/>
              <a:gd name="connsiteY66" fmla="*/ 107992 h 2180854"/>
              <a:gd name="connsiteX67" fmla="*/ 2193716 w 2325894"/>
              <a:gd name="connsiteY67" fmla="*/ 1135208 h 2180854"/>
              <a:gd name="connsiteX68" fmla="*/ 2325894 w 2325894"/>
              <a:gd name="connsiteY68" fmla="*/ 1141903 h 2180854"/>
              <a:gd name="connsiteX69" fmla="*/ 2325894 w 2325894"/>
              <a:gd name="connsiteY69" fmla="*/ 1165004 h 2180854"/>
              <a:gd name="connsiteX70" fmla="*/ 2191361 w 2325894"/>
              <a:gd name="connsiteY70" fmla="*/ 1158189 h 2180854"/>
              <a:gd name="connsiteX71" fmla="*/ 1035029 w 2325894"/>
              <a:gd name="connsiteY71" fmla="*/ 112636 h 2180854"/>
              <a:gd name="connsiteX72" fmla="*/ 889397 w 2325894"/>
              <a:gd name="connsiteY72" fmla="*/ 0 h 2180854"/>
              <a:gd name="connsiteX73" fmla="*/ 912837 w 2325894"/>
              <a:gd name="connsiteY73" fmla="*/ 0 h 2180854"/>
              <a:gd name="connsiteX74" fmla="*/ 933296 w 2325894"/>
              <a:gd name="connsiteY74" fmla="*/ 133667 h 2180854"/>
              <a:gd name="connsiteX75" fmla="*/ 2180754 w 2325894"/>
              <a:gd name="connsiteY75" fmla="*/ 1261608 h 2180854"/>
              <a:gd name="connsiteX76" fmla="*/ 2325894 w 2325894"/>
              <a:gd name="connsiteY76" fmla="*/ 1268960 h 2180854"/>
              <a:gd name="connsiteX77" fmla="*/ 2325894 w 2325894"/>
              <a:gd name="connsiteY77" fmla="*/ 1292061 h 2180854"/>
              <a:gd name="connsiteX78" fmla="*/ 2178378 w 2325894"/>
              <a:gd name="connsiteY78" fmla="*/ 1284588 h 2180854"/>
              <a:gd name="connsiteX79" fmla="*/ 910550 w 2325894"/>
              <a:gd name="connsiteY79" fmla="*/ 138199 h 2180854"/>
              <a:gd name="connsiteX80" fmla="*/ 761929 w 2325894"/>
              <a:gd name="connsiteY80" fmla="*/ 0 h 2180854"/>
              <a:gd name="connsiteX81" fmla="*/ 785032 w 2325894"/>
              <a:gd name="connsiteY81" fmla="*/ 0 h 2180854"/>
              <a:gd name="connsiteX82" fmla="*/ 785312 w 2325894"/>
              <a:gd name="connsiteY82" fmla="*/ 5523 h 2180854"/>
              <a:gd name="connsiteX83" fmla="*/ 2167790 w 2325894"/>
              <a:gd name="connsiteY83" fmla="*/ 1387884 h 2180854"/>
              <a:gd name="connsiteX84" fmla="*/ 2325894 w 2325894"/>
              <a:gd name="connsiteY84" fmla="*/ 1395894 h 2180854"/>
              <a:gd name="connsiteX85" fmla="*/ 2325894 w 2325894"/>
              <a:gd name="connsiteY85" fmla="*/ 1418995 h 2180854"/>
              <a:gd name="connsiteX86" fmla="*/ 2165434 w 2325894"/>
              <a:gd name="connsiteY86" fmla="*/ 1410866 h 2180854"/>
              <a:gd name="connsiteX87" fmla="*/ 762328 w 2325894"/>
              <a:gd name="connsiteY87" fmla="*/ 7877 h 2180854"/>
              <a:gd name="connsiteX88" fmla="*/ 634980 w 2325894"/>
              <a:gd name="connsiteY88" fmla="*/ 0 h 2180854"/>
              <a:gd name="connsiteX89" fmla="*/ 658083 w 2325894"/>
              <a:gd name="connsiteY89" fmla="*/ 0 h 2180854"/>
              <a:gd name="connsiteX90" fmla="*/ 659019 w 2325894"/>
              <a:gd name="connsiteY90" fmla="*/ 18476 h 2180854"/>
              <a:gd name="connsiteX91" fmla="*/ 2154827 w 2325894"/>
              <a:gd name="connsiteY91" fmla="*/ 1514157 h 2180854"/>
              <a:gd name="connsiteX92" fmla="*/ 2325894 w 2325894"/>
              <a:gd name="connsiteY92" fmla="*/ 1522823 h 2180854"/>
              <a:gd name="connsiteX93" fmla="*/ 2325894 w 2325894"/>
              <a:gd name="connsiteY93" fmla="*/ 1545924 h 2180854"/>
              <a:gd name="connsiteX94" fmla="*/ 2152472 w 2325894"/>
              <a:gd name="connsiteY94" fmla="*/ 1537138 h 2180854"/>
              <a:gd name="connsiteX95" fmla="*/ 636036 w 2325894"/>
              <a:gd name="connsiteY95" fmla="*/ 20831 h 2180854"/>
              <a:gd name="connsiteX96" fmla="*/ 507911 w 2325894"/>
              <a:gd name="connsiteY96" fmla="*/ 0 h 2180854"/>
              <a:gd name="connsiteX97" fmla="*/ 531128 w 2325894"/>
              <a:gd name="connsiteY97" fmla="*/ 0 h 2180854"/>
              <a:gd name="connsiteX98" fmla="*/ 532727 w 2325894"/>
              <a:gd name="connsiteY98" fmla="*/ 31559 h 2180854"/>
              <a:gd name="connsiteX99" fmla="*/ 2141864 w 2325894"/>
              <a:gd name="connsiteY99" fmla="*/ 1640562 h 2180854"/>
              <a:gd name="connsiteX100" fmla="*/ 2325894 w 2325894"/>
              <a:gd name="connsiteY100" fmla="*/ 1649885 h 2180854"/>
              <a:gd name="connsiteX101" fmla="*/ 2325894 w 2325894"/>
              <a:gd name="connsiteY101" fmla="*/ 1672981 h 2180854"/>
              <a:gd name="connsiteX102" fmla="*/ 2139488 w 2325894"/>
              <a:gd name="connsiteY102" fmla="*/ 1663539 h 2180854"/>
              <a:gd name="connsiteX103" fmla="*/ 509624 w 2325894"/>
              <a:gd name="connsiteY103" fmla="*/ 33818 h 2180854"/>
              <a:gd name="connsiteX104" fmla="*/ 380961 w 2325894"/>
              <a:gd name="connsiteY104" fmla="*/ 0 h 2180854"/>
              <a:gd name="connsiteX105" fmla="*/ 404065 w 2325894"/>
              <a:gd name="connsiteY105" fmla="*/ 0 h 2180854"/>
              <a:gd name="connsiteX106" fmla="*/ 406316 w 2325894"/>
              <a:gd name="connsiteY106" fmla="*/ 44437 h 2180854"/>
              <a:gd name="connsiteX107" fmla="*/ 2128900 w 2325894"/>
              <a:gd name="connsiteY107" fmla="*/ 1766854 h 2180854"/>
              <a:gd name="connsiteX108" fmla="*/ 2325894 w 2325894"/>
              <a:gd name="connsiteY108" fmla="*/ 1776833 h 2180854"/>
              <a:gd name="connsiteX109" fmla="*/ 2325894 w 2325894"/>
              <a:gd name="connsiteY109" fmla="*/ 1799934 h 2180854"/>
              <a:gd name="connsiteX110" fmla="*/ 2126525 w 2325894"/>
              <a:gd name="connsiteY110" fmla="*/ 1789835 h 2180854"/>
              <a:gd name="connsiteX111" fmla="*/ 383332 w 2325894"/>
              <a:gd name="connsiteY111" fmla="*/ 46792 h 2180854"/>
              <a:gd name="connsiteX112" fmla="*/ 254013 w 2325894"/>
              <a:gd name="connsiteY112" fmla="*/ 0 h 2180854"/>
              <a:gd name="connsiteX113" fmla="*/ 277116 w 2325894"/>
              <a:gd name="connsiteY113" fmla="*/ 0 h 2180854"/>
              <a:gd name="connsiteX114" fmla="*/ 280023 w 2325894"/>
              <a:gd name="connsiteY114" fmla="*/ 57371 h 2180854"/>
              <a:gd name="connsiteX115" fmla="*/ 2115917 w 2325894"/>
              <a:gd name="connsiteY115" fmla="*/ 1893125 h 2180854"/>
              <a:gd name="connsiteX116" fmla="*/ 2325894 w 2325894"/>
              <a:gd name="connsiteY116" fmla="*/ 1903762 h 2180854"/>
              <a:gd name="connsiteX117" fmla="*/ 2325894 w 2325894"/>
              <a:gd name="connsiteY117" fmla="*/ 1926863 h 2180854"/>
              <a:gd name="connsiteX118" fmla="*/ 2113563 w 2325894"/>
              <a:gd name="connsiteY118" fmla="*/ 1916107 h 2180854"/>
              <a:gd name="connsiteX119" fmla="*/ 257040 w 2325894"/>
              <a:gd name="connsiteY119" fmla="*/ 59745 h 2180854"/>
              <a:gd name="connsiteX120" fmla="*/ 126949 w 2325894"/>
              <a:gd name="connsiteY120" fmla="*/ 0 h 2180854"/>
              <a:gd name="connsiteX121" fmla="*/ 150160 w 2325894"/>
              <a:gd name="connsiteY121" fmla="*/ 0 h 2180854"/>
              <a:gd name="connsiteX122" fmla="*/ 153729 w 2325894"/>
              <a:gd name="connsiteY122" fmla="*/ 70454 h 2180854"/>
              <a:gd name="connsiteX123" fmla="*/ 2102955 w 2325894"/>
              <a:gd name="connsiteY123" fmla="*/ 2019530 h 2180854"/>
              <a:gd name="connsiteX124" fmla="*/ 2325894 w 2325894"/>
              <a:gd name="connsiteY124" fmla="*/ 2030824 h 2180854"/>
              <a:gd name="connsiteX125" fmla="*/ 2325894 w 2325894"/>
              <a:gd name="connsiteY125" fmla="*/ 2053925 h 2180854"/>
              <a:gd name="connsiteX126" fmla="*/ 2100598 w 2325894"/>
              <a:gd name="connsiteY126" fmla="*/ 2042512 h 2180854"/>
              <a:gd name="connsiteX127" fmla="*/ 130633 w 2325894"/>
              <a:gd name="connsiteY127" fmla="*/ 72714 h 2180854"/>
              <a:gd name="connsiteX128" fmla="*/ 0 w 2325894"/>
              <a:gd name="connsiteY128" fmla="*/ 0 h 2180854"/>
              <a:gd name="connsiteX129" fmla="*/ 23103 w 2325894"/>
              <a:gd name="connsiteY129" fmla="*/ 0 h 2180854"/>
              <a:gd name="connsiteX130" fmla="*/ 27324 w 2325894"/>
              <a:gd name="connsiteY130" fmla="*/ 83311 h 2180854"/>
              <a:gd name="connsiteX131" fmla="*/ 2089991 w 2325894"/>
              <a:gd name="connsiteY131" fmla="*/ 2145803 h 2180854"/>
              <a:gd name="connsiteX132" fmla="*/ 2325894 w 2325894"/>
              <a:gd name="connsiteY132" fmla="*/ 2157753 h 2180854"/>
              <a:gd name="connsiteX133" fmla="*/ 2325894 w 2325894"/>
              <a:gd name="connsiteY133" fmla="*/ 2180854 h 2180854"/>
              <a:gd name="connsiteX134" fmla="*/ 2087636 w 2325894"/>
              <a:gd name="connsiteY134" fmla="*/ 2168784 h 2180854"/>
              <a:gd name="connsiteX135" fmla="*/ 4341 w 2325894"/>
              <a:gd name="connsiteY135" fmla="*/ 85667 h 2180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Lst>
            <a:rect l="l" t="t" r="r" b="b"/>
            <a:pathLst>
              <a:path w="2325894" h="2180854">
                <a:moveTo>
                  <a:pt x="2066927" y="0"/>
                </a:moveTo>
                <a:lnTo>
                  <a:pt x="2098882" y="0"/>
                </a:lnTo>
                <a:lnTo>
                  <a:pt x="2128893" y="44463"/>
                </a:lnTo>
                <a:cubicBezTo>
                  <a:pt x="2166753" y="82308"/>
                  <a:pt x="2215417" y="109341"/>
                  <a:pt x="2269798" y="120493"/>
                </a:cubicBezTo>
                <a:lnTo>
                  <a:pt x="2325894" y="126162"/>
                </a:lnTo>
                <a:lnTo>
                  <a:pt x="2325894" y="149263"/>
                </a:lnTo>
                <a:lnTo>
                  <a:pt x="2265120" y="143117"/>
                </a:lnTo>
                <a:cubicBezTo>
                  <a:pt x="2186576" y="127002"/>
                  <a:pt x="2119077" y="80290"/>
                  <a:pt x="2075647" y="16048"/>
                </a:cubicBezTo>
                <a:close/>
                <a:moveTo>
                  <a:pt x="1926448" y="0"/>
                </a:moveTo>
                <a:lnTo>
                  <a:pt x="1950522" y="0"/>
                </a:lnTo>
                <a:lnTo>
                  <a:pt x="1952130" y="5167"/>
                </a:lnTo>
                <a:cubicBezTo>
                  <a:pt x="2003529" y="126455"/>
                  <a:pt x="2112323" y="217766"/>
                  <a:pt x="2244242" y="244834"/>
                </a:cubicBezTo>
                <a:lnTo>
                  <a:pt x="2325894" y="253091"/>
                </a:lnTo>
                <a:lnTo>
                  <a:pt x="2325894" y="276192"/>
                </a:lnTo>
                <a:lnTo>
                  <a:pt x="2239598" y="267464"/>
                </a:lnTo>
                <a:cubicBezTo>
                  <a:pt x="2100173" y="238852"/>
                  <a:pt x="1985178" y="142334"/>
                  <a:pt x="1930848" y="14141"/>
                </a:cubicBezTo>
                <a:close/>
                <a:moveTo>
                  <a:pt x="1794114" y="0"/>
                </a:moveTo>
                <a:lnTo>
                  <a:pt x="1818202" y="0"/>
                </a:lnTo>
                <a:lnTo>
                  <a:pt x="1835170" y="54535"/>
                </a:lnTo>
                <a:cubicBezTo>
                  <a:pt x="1902650" y="213778"/>
                  <a:pt x="2045483" y="333656"/>
                  <a:pt x="2218687" y="369191"/>
                </a:cubicBezTo>
                <a:lnTo>
                  <a:pt x="2325894" y="380032"/>
                </a:lnTo>
                <a:lnTo>
                  <a:pt x="2325894" y="403132"/>
                </a:lnTo>
                <a:lnTo>
                  <a:pt x="2214043" y="391825"/>
                </a:lnTo>
                <a:cubicBezTo>
                  <a:pt x="2033333" y="354761"/>
                  <a:pt x="1884299" y="229720"/>
                  <a:pt x="1813889" y="63559"/>
                </a:cubicBezTo>
                <a:close/>
                <a:moveTo>
                  <a:pt x="1661683" y="0"/>
                </a:moveTo>
                <a:lnTo>
                  <a:pt x="1685874" y="0"/>
                </a:lnTo>
                <a:lnTo>
                  <a:pt x="1718212" y="103965"/>
                </a:lnTo>
                <a:cubicBezTo>
                  <a:pt x="1801772" y="301203"/>
                  <a:pt x="1978643" y="449654"/>
                  <a:pt x="2193133" y="493659"/>
                </a:cubicBezTo>
                <a:lnTo>
                  <a:pt x="2325894" y="507083"/>
                </a:lnTo>
                <a:lnTo>
                  <a:pt x="2325894" y="530183"/>
                </a:lnTo>
                <a:lnTo>
                  <a:pt x="2188450" y="516288"/>
                </a:lnTo>
                <a:cubicBezTo>
                  <a:pt x="1966399" y="470740"/>
                  <a:pt x="1783312" y="317082"/>
                  <a:pt x="1696817" y="112939"/>
                </a:cubicBezTo>
                <a:close/>
                <a:moveTo>
                  <a:pt x="1531553" y="0"/>
                </a:moveTo>
                <a:lnTo>
                  <a:pt x="1554659" y="0"/>
                </a:lnTo>
                <a:lnTo>
                  <a:pt x="1555243" y="5776"/>
                </a:lnTo>
                <a:cubicBezTo>
                  <a:pt x="1623483" y="338327"/>
                  <a:pt x="1902268" y="594992"/>
                  <a:pt x="2245588" y="629962"/>
                </a:cubicBezTo>
                <a:lnTo>
                  <a:pt x="2325894" y="634030"/>
                </a:lnTo>
                <a:lnTo>
                  <a:pt x="2325894" y="657131"/>
                </a:lnTo>
                <a:lnTo>
                  <a:pt x="2243214" y="652943"/>
                </a:lnTo>
                <a:cubicBezTo>
                  <a:pt x="1889750" y="616944"/>
                  <a:pt x="1602834" y="352727"/>
                  <a:pt x="1532607" y="10419"/>
                </a:cubicBezTo>
                <a:close/>
                <a:moveTo>
                  <a:pt x="1404609" y="0"/>
                </a:moveTo>
                <a:lnTo>
                  <a:pt x="1427709" y="0"/>
                </a:lnTo>
                <a:lnTo>
                  <a:pt x="1430873" y="31287"/>
                </a:lnTo>
                <a:cubicBezTo>
                  <a:pt x="1510102" y="417452"/>
                  <a:pt x="1833798" y="715609"/>
                  <a:pt x="2232606" y="756233"/>
                </a:cubicBezTo>
                <a:lnTo>
                  <a:pt x="2325894" y="760959"/>
                </a:lnTo>
                <a:lnTo>
                  <a:pt x="2325894" y="784060"/>
                </a:lnTo>
                <a:lnTo>
                  <a:pt x="2230270" y="779216"/>
                </a:lnTo>
                <a:cubicBezTo>
                  <a:pt x="1821463" y="737574"/>
                  <a:pt x="1489501" y="431938"/>
                  <a:pt x="1408246" y="35964"/>
                </a:cubicBezTo>
                <a:close/>
                <a:moveTo>
                  <a:pt x="1274343" y="0"/>
                </a:moveTo>
                <a:lnTo>
                  <a:pt x="1300756" y="0"/>
                </a:lnTo>
                <a:lnTo>
                  <a:pt x="1306507" y="56884"/>
                </a:lnTo>
                <a:cubicBezTo>
                  <a:pt x="1396745" y="496788"/>
                  <a:pt x="1765420" y="836372"/>
                  <a:pt x="2219643" y="882640"/>
                </a:cubicBezTo>
                <a:lnTo>
                  <a:pt x="2325894" y="888022"/>
                </a:lnTo>
                <a:lnTo>
                  <a:pt x="2325894" y="911123"/>
                </a:lnTo>
                <a:lnTo>
                  <a:pt x="2217286" y="905621"/>
                </a:lnTo>
                <a:cubicBezTo>
                  <a:pt x="1752979" y="858324"/>
                  <a:pt x="1376027" y="511189"/>
                  <a:pt x="1283761" y="61528"/>
                </a:cubicBezTo>
                <a:close/>
                <a:moveTo>
                  <a:pt x="1146071" y="0"/>
                </a:moveTo>
                <a:lnTo>
                  <a:pt x="1169414" y="0"/>
                </a:lnTo>
                <a:lnTo>
                  <a:pt x="1182030" y="82429"/>
                </a:lnTo>
                <a:cubicBezTo>
                  <a:pt x="1283296" y="576000"/>
                  <a:pt x="1697029" y="957001"/>
                  <a:pt x="2206679" y="1008912"/>
                </a:cubicBezTo>
                <a:lnTo>
                  <a:pt x="2325894" y="1014951"/>
                </a:lnTo>
                <a:lnTo>
                  <a:pt x="2325894" y="1038052"/>
                </a:lnTo>
                <a:lnTo>
                  <a:pt x="2204323" y="1031893"/>
                </a:lnTo>
                <a:cubicBezTo>
                  <a:pt x="1684600" y="978953"/>
                  <a:pt x="1262670" y="590398"/>
                  <a:pt x="1159398" y="87072"/>
                </a:cubicBezTo>
                <a:close/>
                <a:moveTo>
                  <a:pt x="1017789" y="0"/>
                </a:moveTo>
                <a:lnTo>
                  <a:pt x="1041132" y="0"/>
                </a:lnTo>
                <a:lnTo>
                  <a:pt x="1057661" y="107992"/>
                </a:lnTo>
                <a:cubicBezTo>
                  <a:pt x="1169939" y="655229"/>
                  <a:pt x="1628650" y="1077653"/>
                  <a:pt x="2193716" y="1135208"/>
                </a:cubicBezTo>
                <a:lnTo>
                  <a:pt x="2325894" y="1141903"/>
                </a:lnTo>
                <a:lnTo>
                  <a:pt x="2325894" y="1165004"/>
                </a:lnTo>
                <a:lnTo>
                  <a:pt x="2191361" y="1158189"/>
                </a:lnTo>
                <a:cubicBezTo>
                  <a:pt x="1616222" y="1099606"/>
                  <a:pt x="1149313" y="669630"/>
                  <a:pt x="1035029" y="112636"/>
                </a:cubicBezTo>
                <a:close/>
                <a:moveTo>
                  <a:pt x="889397" y="0"/>
                </a:moveTo>
                <a:lnTo>
                  <a:pt x="912837" y="0"/>
                </a:lnTo>
                <a:lnTo>
                  <a:pt x="933296" y="133667"/>
                </a:lnTo>
                <a:cubicBezTo>
                  <a:pt x="1056582" y="734570"/>
                  <a:pt x="1560272" y="1198411"/>
                  <a:pt x="2180754" y="1261608"/>
                </a:cubicBezTo>
                <a:lnTo>
                  <a:pt x="2325894" y="1268960"/>
                </a:lnTo>
                <a:lnTo>
                  <a:pt x="2325894" y="1292061"/>
                </a:lnTo>
                <a:lnTo>
                  <a:pt x="2178378" y="1284588"/>
                </a:lnTo>
                <a:cubicBezTo>
                  <a:pt x="1547742" y="1220351"/>
                  <a:pt x="1035844" y="748879"/>
                  <a:pt x="910550" y="138199"/>
                </a:cubicBezTo>
                <a:close/>
                <a:moveTo>
                  <a:pt x="761929" y="0"/>
                </a:moveTo>
                <a:lnTo>
                  <a:pt x="785032" y="0"/>
                </a:lnTo>
                <a:lnTo>
                  <a:pt x="785312" y="5523"/>
                </a:lnTo>
                <a:cubicBezTo>
                  <a:pt x="859466" y="733364"/>
                  <a:pt x="1439889" y="1313736"/>
                  <a:pt x="2167790" y="1387884"/>
                </a:cubicBezTo>
                <a:lnTo>
                  <a:pt x="2325894" y="1395894"/>
                </a:lnTo>
                <a:lnTo>
                  <a:pt x="2325894" y="1418995"/>
                </a:lnTo>
                <a:lnTo>
                  <a:pt x="2165434" y="1410866"/>
                </a:lnTo>
                <a:cubicBezTo>
                  <a:pt x="1426685" y="1335609"/>
                  <a:pt x="837591" y="746563"/>
                  <a:pt x="762328" y="7877"/>
                </a:cubicBezTo>
                <a:close/>
                <a:moveTo>
                  <a:pt x="634980" y="0"/>
                </a:moveTo>
                <a:lnTo>
                  <a:pt x="658083" y="0"/>
                </a:lnTo>
                <a:lnTo>
                  <a:pt x="659019" y="18476"/>
                </a:lnTo>
                <a:cubicBezTo>
                  <a:pt x="739252" y="805990"/>
                  <a:pt x="1367247" y="1433931"/>
                  <a:pt x="2154827" y="1514157"/>
                </a:cubicBezTo>
                <a:lnTo>
                  <a:pt x="2325894" y="1522823"/>
                </a:lnTo>
                <a:lnTo>
                  <a:pt x="2325894" y="1545924"/>
                </a:lnTo>
                <a:lnTo>
                  <a:pt x="2152472" y="1537138"/>
                </a:lnTo>
                <a:cubicBezTo>
                  <a:pt x="1354048" y="1455804"/>
                  <a:pt x="717377" y="819188"/>
                  <a:pt x="636036" y="20831"/>
                </a:cubicBezTo>
                <a:close/>
                <a:moveTo>
                  <a:pt x="507911" y="0"/>
                </a:moveTo>
                <a:lnTo>
                  <a:pt x="531128" y="0"/>
                </a:lnTo>
                <a:lnTo>
                  <a:pt x="532727" y="31559"/>
                </a:lnTo>
                <a:cubicBezTo>
                  <a:pt x="619037" y="878744"/>
                  <a:pt x="1294606" y="1554259"/>
                  <a:pt x="2141864" y="1640562"/>
                </a:cubicBezTo>
                <a:lnTo>
                  <a:pt x="2325894" y="1649885"/>
                </a:lnTo>
                <a:lnTo>
                  <a:pt x="2325894" y="1672981"/>
                </a:lnTo>
                <a:lnTo>
                  <a:pt x="2139488" y="1663539"/>
                </a:lnTo>
                <a:cubicBezTo>
                  <a:pt x="1281294" y="1576127"/>
                  <a:pt x="597044" y="891939"/>
                  <a:pt x="509624" y="33818"/>
                </a:cubicBezTo>
                <a:close/>
                <a:moveTo>
                  <a:pt x="380961" y="0"/>
                </a:moveTo>
                <a:lnTo>
                  <a:pt x="404065" y="0"/>
                </a:lnTo>
                <a:lnTo>
                  <a:pt x="406316" y="44437"/>
                </a:lnTo>
                <a:cubicBezTo>
                  <a:pt x="498717" y="951387"/>
                  <a:pt x="1221951" y="1674473"/>
                  <a:pt x="2128900" y="1766854"/>
                </a:cubicBezTo>
                <a:lnTo>
                  <a:pt x="2325894" y="1776833"/>
                </a:lnTo>
                <a:lnTo>
                  <a:pt x="2325894" y="1799934"/>
                </a:lnTo>
                <a:lnTo>
                  <a:pt x="2126525" y="1789835"/>
                </a:lnTo>
                <a:cubicBezTo>
                  <a:pt x="1208653" y="1696346"/>
                  <a:pt x="476829" y="964585"/>
                  <a:pt x="383332" y="46792"/>
                </a:cubicBezTo>
                <a:close/>
                <a:moveTo>
                  <a:pt x="254013" y="0"/>
                </a:moveTo>
                <a:lnTo>
                  <a:pt x="277116" y="0"/>
                </a:lnTo>
                <a:lnTo>
                  <a:pt x="280023" y="57371"/>
                </a:lnTo>
                <a:cubicBezTo>
                  <a:pt x="378489" y="1023914"/>
                  <a:pt x="1149211" y="1794655"/>
                  <a:pt x="2115917" y="1893125"/>
                </a:cubicBezTo>
                <a:lnTo>
                  <a:pt x="2325894" y="1903762"/>
                </a:lnTo>
                <a:lnTo>
                  <a:pt x="2325894" y="1926863"/>
                </a:lnTo>
                <a:lnTo>
                  <a:pt x="2113563" y="1916107"/>
                </a:lnTo>
                <a:cubicBezTo>
                  <a:pt x="1136012" y="1816541"/>
                  <a:pt x="356615" y="1037211"/>
                  <a:pt x="257040" y="59745"/>
                </a:cubicBezTo>
                <a:close/>
                <a:moveTo>
                  <a:pt x="126949" y="0"/>
                </a:moveTo>
                <a:lnTo>
                  <a:pt x="150160" y="0"/>
                </a:lnTo>
                <a:lnTo>
                  <a:pt x="153729" y="70454"/>
                </a:lnTo>
                <a:cubicBezTo>
                  <a:pt x="258274" y="1096671"/>
                  <a:pt x="1076570" y="1914983"/>
                  <a:pt x="2102955" y="2019530"/>
                </a:cubicBezTo>
                <a:lnTo>
                  <a:pt x="2325894" y="2030824"/>
                </a:lnTo>
                <a:lnTo>
                  <a:pt x="2325894" y="2053925"/>
                </a:lnTo>
                <a:lnTo>
                  <a:pt x="2100598" y="2042512"/>
                </a:lnTo>
                <a:cubicBezTo>
                  <a:pt x="1063358" y="1936856"/>
                  <a:pt x="236298" y="1109866"/>
                  <a:pt x="130633" y="72714"/>
                </a:cubicBezTo>
                <a:close/>
                <a:moveTo>
                  <a:pt x="0" y="0"/>
                </a:moveTo>
                <a:lnTo>
                  <a:pt x="23103" y="0"/>
                </a:lnTo>
                <a:lnTo>
                  <a:pt x="27324" y="83311"/>
                </a:lnTo>
                <a:cubicBezTo>
                  <a:pt x="137958" y="1169290"/>
                  <a:pt x="1003916" y="2035178"/>
                  <a:pt x="2089991" y="2145803"/>
                </a:cubicBezTo>
                <a:lnTo>
                  <a:pt x="2325894" y="2157753"/>
                </a:lnTo>
                <a:lnTo>
                  <a:pt x="2325894" y="2180854"/>
                </a:lnTo>
                <a:lnTo>
                  <a:pt x="2087636" y="2168784"/>
                </a:lnTo>
                <a:cubicBezTo>
                  <a:pt x="990717" y="2057051"/>
                  <a:pt x="116084" y="1182492"/>
                  <a:pt x="4341" y="85667"/>
                </a:cubicBezTo>
                <a:close/>
              </a:path>
            </a:pathLst>
          </a:custGeom>
          <a:solidFill>
            <a:srgbClr val="E6F0FE"/>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sz="half" idx="1"/>
          </p:nvPr>
        </p:nvSpPr>
        <p:spPr>
          <a:xfrm>
            <a:off x="755904" y="2825496"/>
            <a:ext cx="10680192" cy="2834640"/>
          </a:xfrm>
        </p:spPr>
        <p:txBody>
          <a:bodyPr>
            <a:no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p:txBody>
          <a:bodyPr>
            <a:noAutofit/>
          </a:bodyPr>
          <a:lstStyle/>
          <a:p>
            <a:r>
              <a:rPr lang="en-US"/>
              <a:t>Presentation title</a:t>
            </a:r>
            <a:endParaRPr lang="en-US" dirty="0"/>
          </a:p>
        </p:txBody>
      </p:sp>
      <p:sp>
        <p:nvSpPr>
          <p:cNvPr id="7" name="Slide Number Placeholder 6"/>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4571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p:cNvSpPr>
            <a:spLocks noGrp="1"/>
          </p:cNvSpPr>
          <p:nvPr>
            <p:ph type="title"/>
          </p:nvPr>
        </p:nvSpPr>
        <p:spPr>
          <a:xfrm>
            <a:off x="4389120" y="2395728"/>
            <a:ext cx="7013448" cy="1627632"/>
          </a:xfrm>
        </p:spPr>
        <p:txBody>
          <a:bodyPr lIns="0" tIns="0" rIns="0" bIns="0">
            <a:noAutofit/>
          </a:bodyPr>
          <a:lstStyle>
            <a:lvl1pPr algn="l">
              <a:lnSpc>
                <a:spcPct val="100000"/>
              </a:lnSpc>
              <a:defRPr sz="3300" b="1">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57" name="Text Placeholder 54">
            <a:extLst>
              <a:ext uri="{FF2B5EF4-FFF2-40B4-BE49-F238E27FC236}">
                <a16:creationId xmlns:a16="http://schemas.microsoft.com/office/drawing/2014/main" id="{A493C80D-2813-9E70-8901-D4B9EA4DD7EA}"/>
              </a:ext>
            </a:extLst>
          </p:cNvPr>
          <p:cNvSpPr>
            <a:spLocks noGrp="1"/>
          </p:cNvSpPr>
          <p:nvPr>
            <p:ph type="body" sz="quarter" idx="15" hasCustomPrompt="1"/>
          </p:nvPr>
        </p:nvSpPr>
        <p:spPr>
          <a:xfrm>
            <a:off x="3611880" y="1984248"/>
            <a:ext cx="768096" cy="1627632"/>
          </a:xfrm>
        </p:spPr>
        <p:txBody>
          <a:bodyPr lIns="91440" tIns="45720" rIns="91440" bIns="54864">
            <a:noAutofit/>
          </a:bodyPr>
          <a:lstStyle>
            <a:lvl1pPr marL="0" indent="0">
              <a:buNone/>
              <a:defRPr sz="10000" b="1"/>
            </a:lvl1pPr>
          </a:lstStyle>
          <a:p>
            <a:pPr lvl="0"/>
            <a:r>
              <a:rPr lang="en-US" dirty="0"/>
              <a:t>“</a:t>
            </a:r>
          </a:p>
        </p:txBody>
      </p:sp>
      <p:sp>
        <p:nvSpPr>
          <p:cNvPr id="55" name="Text Placeholder 54">
            <a:extLst>
              <a:ext uri="{FF2B5EF4-FFF2-40B4-BE49-F238E27FC236}">
                <a16:creationId xmlns:a16="http://schemas.microsoft.com/office/drawing/2014/main" id="{A2733C45-7C53-2BC5-3F62-D069650A79C9}"/>
              </a:ext>
            </a:extLst>
          </p:cNvPr>
          <p:cNvSpPr>
            <a:spLocks noGrp="1"/>
          </p:cNvSpPr>
          <p:nvPr>
            <p:ph type="body" sz="quarter" idx="13"/>
          </p:nvPr>
        </p:nvSpPr>
        <p:spPr>
          <a:xfrm>
            <a:off x="4389120" y="4308475"/>
            <a:ext cx="3932238" cy="588963"/>
          </a:xfrm>
        </p:spPr>
        <p:txBody>
          <a:bodyPr lIns="0" tIns="0" rIns="0" bIns="0">
            <a:noAutofit/>
          </a:bodyPr>
          <a:lstStyle>
            <a:lvl1pPr marL="0" indent="0">
              <a:buNone/>
              <a:defRPr sz="2400"/>
            </a:lvl1pPr>
          </a:lstStyle>
          <a:p>
            <a:pPr lvl="0"/>
            <a:r>
              <a:rPr lang="en-US"/>
              <a:t>Click to edit Master text styles</a:t>
            </a:r>
          </a:p>
        </p:txBody>
      </p:sp>
      <p:sp>
        <p:nvSpPr>
          <p:cNvPr id="56" name="Text Placeholder 54">
            <a:extLst>
              <a:ext uri="{FF2B5EF4-FFF2-40B4-BE49-F238E27FC236}">
                <a16:creationId xmlns:a16="http://schemas.microsoft.com/office/drawing/2014/main" id="{B1D62231-87CB-21EC-CF8C-46276AD1F951}"/>
              </a:ext>
            </a:extLst>
          </p:cNvPr>
          <p:cNvSpPr>
            <a:spLocks noGrp="1"/>
          </p:cNvSpPr>
          <p:nvPr>
            <p:ph type="body" sz="quarter" idx="14" hasCustomPrompt="1"/>
          </p:nvPr>
        </p:nvSpPr>
        <p:spPr>
          <a:xfrm>
            <a:off x="9500616" y="3209544"/>
            <a:ext cx="768096" cy="1627632"/>
          </a:xfrm>
        </p:spPr>
        <p:txBody>
          <a:bodyPr lIns="91440" tIns="45720" rIns="91440" bIns="54864">
            <a:noAutofit/>
          </a:bodyPr>
          <a:lstStyle>
            <a:lvl1pPr marL="0" indent="0">
              <a:buNone/>
              <a:defRPr sz="10000" b="1"/>
            </a:lvl1pPr>
          </a:lstStyle>
          <a:p>
            <a:pPr lvl="0"/>
            <a:r>
              <a:rPr lang="en-US" dirty="0"/>
              <a:t>”</a:t>
            </a:r>
          </a:p>
        </p:txBody>
      </p:sp>
      <p:sp>
        <p:nvSpPr>
          <p:cNvPr id="32" name="Image 1" descr="preencoded.png">
            <a:extLst>
              <a:ext uri="{FF2B5EF4-FFF2-40B4-BE49-F238E27FC236}">
                <a16:creationId xmlns:a16="http://schemas.microsoft.com/office/drawing/2014/main" id="{2A3EC91E-4089-D366-06D3-3E66F93DFAF3}"/>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33" name="Image 4" descr="preencoded.png">
            <a:extLst>
              <a:ext uri="{FF2B5EF4-FFF2-40B4-BE49-F238E27FC236}">
                <a16:creationId xmlns:a16="http://schemas.microsoft.com/office/drawing/2014/main" id="{EC46DC71-C12A-96C8-3FE2-AA95AB58B349}"/>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solidFill>
          <a:ln w="705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Lst>
          </p:cNvPr>
          <p:cNvSpPr>
            <a:spLocks/>
          </p:cNvSpPr>
          <p:nvPr userDrawn="1"/>
        </p:nvSpPr>
        <p:spPr bwMode="auto">
          <a:xfrm flipH="1">
            <a:off x="2535251"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C43996-DAC9-130F-CB05-4A8A90381D37}"/>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 name="Title 1">
            <a:extLst>
              <a:ext uri="{FF2B5EF4-FFF2-40B4-BE49-F238E27FC236}">
                <a16:creationId xmlns:a16="http://schemas.microsoft.com/office/drawing/2014/main" id="{EA04E8AF-9DFE-7077-DB36-941F6490BAD8}"/>
              </a:ext>
            </a:extLst>
          </p:cNvPr>
          <p:cNvSpPr>
            <a:spLocks noGrp="1"/>
          </p:cNvSpPr>
          <p:nvPr>
            <p:ph type="title"/>
          </p:nvPr>
        </p:nvSpPr>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p:nvPr>
        </p:nvSpPr>
        <p:spPr>
          <a:xfrm>
            <a:off x="758905" y="2392023"/>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758905" y="4989515"/>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916885" y="5599755"/>
            <a:ext cx="2283472" cy="365125"/>
          </a:xfrm>
        </p:spPr>
        <p:txBody>
          <a:bodyPr anchor="ctr">
            <a:noAutofit/>
          </a:bodyPr>
          <a:lstStyle>
            <a:lvl1pPr marL="0" indent="0" algn="ctr">
              <a:buNone/>
              <a:defRPr sz="1400"/>
            </a:lvl1pPr>
          </a:lstStyle>
          <a:p>
            <a:pPr lvl="0"/>
            <a:r>
              <a:rPr lang="en-US" dirty="0"/>
              <a:t>Title</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p:nvPr>
        </p:nvSpPr>
        <p:spPr>
          <a:xfrm>
            <a:off x="3517361" y="2392619"/>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516747" y="4990111"/>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674073" y="5600351"/>
            <a:ext cx="2283472" cy="365125"/>
          </a:xfrm>
        </p:spPr>
        <p:txBody>
          <a:bodyPr anchor="ctr">
            <a:noAutofit/>
          </a:bodyPr>
          <a:lstStyle>
            <a:lvl1pPr marL="0" indent="0" algn="ctr">
              <a:buNone/>
              <a:defRPr sz="1400"/>
            </a:lvl1pPr>
          </a:lstStyle>
          <a:p>
            <a:pPr lvl="0"/>
            <a:r>
              <a:rPr lang="en-US" dirty="0"/>
              <a:t>Title</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p:nvPr>
        </p:nvSpPr>
        <p:spPr>
          <a:xfrm>
            <a:off x="6275817"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274589"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432529" y="5600947"/>
            <a:ext cx="2283472" cy="365125"/>
          </a:xfrm>
        </p:spPr>
        <p:txBody>
          <a:bodyPr anchor="ctr">
            <a:noAutofit/>
          </a:bodyPr>
          <a:lstStyle>
            <a:lvl1pPr marL="0" indent="0" algn="ctr">
              <a:buNone/>
              <a:defRPr sz="1400"/>
            </a:lvl1pPr>
          </a:lstStyle>
          <a:p>
            <a:pPr lvl="0"/>
            <a:r>
              <a:rPr lang="en-US" dirty="0"/>
              <a:t>Title</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p:nvPr>
        </p:nvSpPr>
        <p:spPr>
          <a:xfrm>
            <a:off x="9034272" y="2393215"/>
            <a:ext cx="2596896" cy="2596896"/>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9032431" y="4990707"/>
            <a:ext cx="2598737" cy="1109662"/>
          </a:xfrm>
          <a:solidFill>
            <a:schemeClr val="bg1"/>
          </a:solidFill>
        </p:spPr>
        <p:txBody>
          <a:bodyPr lIns="0" tIns="274320" rIns="0" anchor="t">
            <a:noAutofit/>
          </a:bodyPr>
          <a:lstStyle>
            <a:lvl1pPr marL="0" indent="0" algn="ctr">
              <a:spcBef>
                <a:spcPts val="0"/>
              </a:spcBef>
              <a:buNone/>
              <a:defRPr sz="1800" b="1" cap="all"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9190984" y="5600947"/>
            <a:ext cx="2283472" cy="365125"/>
          </a:xfrm>
        </p:spPr>
        <p:txBody>
          <a:bodyPr anchor="ctr">
            <a:noAutofit/>
          </a:bodyPr>
          <a:lstStyle>
            <a:lvl1pPr marL="0" indent="0" algn="ctr">
              <a:buNone/>
              <a:defRPr sz="1400"/>
            </a:lvl1pPr>
          </a:lstStyle>
          <a:p>
            <a:pPr lvl="0"/>
            <a:r>
              <a:rPr lang="en-US" dirty="0"/>
              <a:t>Title</a:t>
            </a:r>
          </a:p>
        </p:txBody>
      </p:sp>
    </p:spTree>
    <p:extLst>
      <p:ext uri="{BB962C8B-B14F-4D97-AF65-F5344CB8AC3E}">
        <p14:creationId xmlns:p14="http://schemas.microsoft.com/office/powerpoint/2010/main" val="2586653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am x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4E8AF-9DFE-7077-DB36-941F6490BAD8}"/>
              </a:ext>
            </a:extLst>
          </p:cNvPr>
          <p:cNvSpPr>
            <a:spLocks noGrp="1"/>
          </p:cNvSpPr>
          <p:nvPr>
            <p:ph type="title"/>
          </p:nvPr>
        </p:nvSpPr>
        <p:spPr>
          <a:xfrm>
            <a:off x="758952" y="539496"/>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43B58B80-D2DB-A0A1-0362-1157E9087574}"/>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B62C22E6-000A-05BA-5872-EF37F029AB00}"/>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17" name="Picture Placeholder 16">
            <a:extLst>
              <a:ext uri="{FF2B5EF4-FFF2-40B4-BE49-F238E27FC236}">
                <a16:creationId xmlns:a16="http://schemas.microsoft.com/office/drawing/2014/main" id="{6AAAFB85-16C0-836A-1D0D-E65277CC341D}"/>
              </a:ext>
            </a:extLst>
          </p:cNvPr>
          <p:cNvSpPr>
            <a:spLocks noGrp="1"/>
          </p:cNvSpPr>
          <p:nvPr>
            <p:ph type="pic" sz="quarter" idx="13"/>
          </p:nvPr>
        </p:nvSpPr>
        <p:spPr>
          <a:xfrm>
            <a:off x="1271016"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9" name="Text Placeholder 18">
            <a:extLst>
              <a:ext uri="{FF2B5EF4-FFF2-40B4-BE49-F238E27FC236}">
                <a16:creationId xmlns:a16="http://schemas.microsoft.com/office/drawing/2014/main" id="{FB04BFFD-8D76-D31F-232F-38A7065ACAF3}"/>
              </a:ext>
            </a:extLst>
          </p:cNvPr>
          <p:cNvSpPr>
            <a:spLocks noGrp="1"/>
          </p:cNvSpPr>
          <p:nvPr>
            <p:ph type="body" sz="quarter" idx="14" hasCustomPrompt="1"/>
          </p:nvPr>
        </p:nvSpPr>
        <p:spPr>
          <a:xfrm>
            <a:off x="1271016"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1" name="Text Placeholder 20">
            <a:extLst>
              <a:ext uri="{FF2B5EF4-FFF2-40B4-BE49-F238E27FC236}">
                <a16:creationId xmlns:a16="http://schemas.microsoft.com/office/drawing/2014/main" id="{75A2E03A-AFB4-3868-FAB5-A24228FA8A04}"/>
              </a:ext>
            </a:extLst>
          </p:cNvPr>
          <p:cNvSpPr>
            <a:spLocks noGrp="1"/>
          </p:cNvSpPr>
          <p:nvPr>
            <p:ph type="body" sz="quarter" idx="15" hasCustomPrompt="1"/>
          </p:nvPr>
        </p:nvSpPr>
        <p:spPr>
          <a:xfrm>
            <a:off x="1271016" y="3616960"/>
            <a:ext cx="2029968" cy="182880"/>
          </a:xfrm>
        </p:spPr>
        <p:txBody>
          <a:bodyPr anchor="ctr">
            <a:noAutofit/>
          </a:bodyPr>
          <a:lstStyle>
            <a:lvl1pPr marL="0" indent="0" algn="ctr">
              <a:buNone/>
              <a:defRPr sz="1200" spc="20" baseline="0"/>
            </a:lvl1pPr>
          </a:lstStyle>
          <a:p>
            <a:pPr lvl="0"/>
            <a:r>
              <a:rPr lang="en-US" dirty="0"/>
              <a:t>Title</a:t>
            </a:r>
          </a:p>
        </p:txBody>
      </p:sp>
      <p:sp>
        <p:nvSpPr>
          <p:cNvPr id="10" name="Picture Placeholder 16">
            <a:extLst>
              <a:ext uri="{FF2B5EF4-FFF2-40B4-BE49-F238E27FC236}">
                <a16:creationId xmlns:a16="http://schemas.microsoft.com/office/drawing/2014/main" id="{BB749B9A-080F-37C0-08E6-909A5DA554D4}"/>
              </a:ext>
            </a:extLst>
          </p:cNvPr>
          <p:cNvSpPr>
            <a:spLocks noGrp="1"/>
          </p:cNvSpPr>
          <p:nvPr>
            <p:ph type="pic" sz="quarter" idx="25"/>
          </p:nvPr>
        </p:nvSpPr>
        <p:spPr>
          <a:xfrm>
            <a:off x="1271016"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4" name="Text Placeholder 18">
            <a:extLst>
              <a:ext uri="{FF2B5EF4-FFF2-40B4-BE49-F238E27FC236}">
                <a16:creationId xmlns:a16="http://schemas.microsoft.com/office/drawing/2014/main" id="{C4C7516E-0853-87BE-108B-697DD8E0DA75}"/>
              </a:ext>
            </a:extLst>
          </p:cNvPr>
          <p:cNvSpPr>
            <a:spLocks noGrp="1"/>
          </p:cNvSpPr>
          <p:nvPr>
            <p:ph type="body" sz="quarter" idx="29" hasCustomPrompt="1"/>
          </p:nvPr>
        </p:nvSpPr>
        <p:spPr>
          <a:xfrm>
            <a:off x="1271016"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15" name="Text Placeholder 20">
            <a:extLst>
              <a:ext uri="{FF2B5EF4-FFF2-40B4-BE49-F238E27FC236}">
                <a16:creationId xmlns:a16="http://schemas.microsoft.com/office/drawing/2014/main" id="{FB1A74E1-7CEB-F501-F998-7361A20F7349}"/>
              </a:ext>
            </a:extLst>
          </p:cNvPr>
          <p:cNvSpPr>
            <a:spLocks noGrp="1"/>
          </p:cNvSpPr>
          <p:nvPr>
            <p:ph type="body" sz="quarter" idx="30" hasCustomPrompt="1"/>
          </p:nvPr>
        </p:nvSpPr>
        <p:spPr>
          <a:xfrm>
            <a:off x="1271016" y="6215888"/>
            <a:ext cx="2029968" cy="182880"/>
          </a:xfrm>
        </p:spPr>
        <p:txBody>
          <a:bodyPr anchor="ctr">
            <a:noAutofit/>
          </a:bodyPr>
          <a:lstStyle>
            <a:lvl1pPr marL="0" indent="0" algn="ctr">
              <a:buNone/>
              <a:defRPr sz="1200" spc="20" baseline="0"/>
            </a:lvl1pPr>
          </a:lstStyle>
          <a:p>
            <a:pPr lvl="0"/>
            <a:r>
              <a:rPr lang="en-US" dirty="0"/>
              <a:t>Title</a:t>
            </a:r>
          </a:p>
        </p:txBody>
      </p:sp>
      <p:sp>
        <p:nvSpPr>
          <p:cNvPr id="23" name="Picture Placeholder 16">
            <a:extLst>
              <a:ext uri="{FF2B5EF4-FFF2-40B4-BE49-F238E27FC236}">
                <a16:creationId xmlns:a16="http://schemas.microsoft.com/office/drawing/2014/main" id="{FBADCD1B-D9E0-EA12-0DD5-22E5C60E5D6B}"/>
              </a:ext>
            </a:extLst>
          </p:cNvPr>
          <p:cNvSpPr>
            <a:spLocks noGrp="1"/>
          </p:cNvSpPr>
          <p:nvPr>
            <p:ph type="pic" sz="quarter" idx="17"/>
          </p:nvPr>
        </p:nvSpPr>
        <p:spPr>
          <a:xfrm>
            <a:off x="3828288"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2" name="Text Placeholder 18">
            <a:extLst>
              <a:ext uri="{FF2B5EF4-FFF2-40B4-BE49-F238E27FC236}">
                <a16:creationId xmlns:a16="http://schemas.microsoft.com/office/drawing/2014/main" id="{AD33972D-9092-4B3C-A699-07849068AF1D}"/>
              </a:ext>
            </a:extLst>
          </p:cNvPr>
          <p:cNvSpPr>
            <a:spLocks noGrp="1"/>
          </p:cNvSpPr>
          <p:nvPr>
            <p:ph type="body" sz="quarter" idx="16" hasCustomPrompt="1"/>
          </p:nvPr>
        </p:nvSpPr>
        <p:spPr>
          <a:xfrm>
            <a:off x="3828288"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4" name="Text Placeholder 20">
            <a:extLst>
              <a:ext uri="{FF2B5EF4-FFF2-40B4-BE49-F238E27FC236}">
                <a16:creationId xmlns:a16="http://schemas.microsoft.com/office/drawing/2014/main" id="{B54F15B1-EAC3-0113-6737-C64480876C5F}"/>
              </a:ext>
            </a:extLst>
          </p:cNvPr>
          <p:cNvSpPr>
            <a:spLocks noGrp="1"/>
          </p:cNvSpPr>
          <p:nvPr>
            <p:ph type="body" sz="quarter" idx="18" hasCustomPrompt="1"/>
          </p:nvPr>
        </p:nvSpPr>
        <p:spPr>
          <a:xfrm>
            <a:off x="3828288" y="3616960"/>
            <a:ext cx="2029968" cy="182880"/>
          </a:xfrm>
        </p:spPr>
        <p:txBody>
          <a:bodyPr anchor="ctr">
            <a:noAutofit/>
          </a:bodyPr>
          <a:lstStyle>
            <a:lvl1pPr marL="0" indent="0" algn="ctr">
              <a:buNone/>
              <a:defRPr sz="1200" spc="20" baseline="0"/>
            </a:lvl1pPr>
          </a:lstStyle>
          <a:p>
            <a:pPr lvl="0"/>
            <a:r>
              <a:rPr lang="en-US" dirty="0"/>
              <a:t>Title</a:t>
            </a:r>
          </a:p>
        </p:txBody>
      </p:sp>
      <p:sp>
        <p:nvSpPr>
          <p:cNvPr id="11" name="Picture Placeholder 16">
            <a:extLst>
              <a:ext uri="{FF2B5EF4-FFF2-40B4-BE49-F238E27FC236}">
                <a16:creationId xmlns:a16="http://schemas.microsoft.com/office/drawing/2014/main" id="{B5D5100A-3D51-45DB-3A84-9E7FB85261E3}"/>
              </a:ext>
            </a:extLst>
          </p:cNvPr>
          <p:cNvSpPr>
            <a:spLocks noGrp="1"/>
          </p:cNvSpPr>
          <p:nvPr>
            <p:ph type="pic" sz="quarter" idx="26"/>
          </p:nvPr>
        </p:nvSpPr>
        <p:spPr>
          <a:xfrm>
            <a:off x="3828288"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16" name="Text Placeholder 18">
            <a:extLst>
              <a:ext uri="{FF2B5EF4-FFF2-40B4-BE49-F238E27FC236}">
                <a16:creationId xmlns:a16="http://schemas.microsoft.com/office/drawing/2014/main" id="{B775B771-678A-D917-7FE0-5DA7A23CCE25}"/>
              </a:ext>
            </a:extLst>
          </p:cNvPr>
          <p:cNvSpPr>
            <a:spLocks noGrp="1"/>
          </p:cNvSpPr>
          <p:nvPr>
            <p:ph type="body" sz="quarter" idx="31" hasCustomPrompt="1"/>
          </p:nvPr>
        </p:nvSpPr>
        <p:spPr>
          <a:xfrm>
            <a:off x="3828288"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18" name="Text Placeholder 20">
            <a:extLst>
              <a:ext uri="{FF2B5EF4-FFF2-40B4-BE49-F238E27FC236}">
                <a16:creationId xmlns:a16="http://schemas.microsoft.com/office/drawing/2014/main" id="{AA2B9540-B92A-AD9C-C01A-B08A98BF8455}"/>
              </a:ext>
            </a:extLst>
          </p:cNvPr>
          <p:cNvSpPr>
            <a:spLocks noGrp="1"/>
          </p:cNvSpPr>
          <p:nvPr>
            <p:ph type="body" sz="quarter" idx="32" hasCustomPrompt="1"/>
          </p:nvPr>
        </p:nvSpPr>
        <p:spPr>
          <a:xfrm>
            <a:off x="3828288" y="6215888"/>
            <a:ext cx="2029968" cy="182880"/>
          </a:xfrm>
        </p:spPr>
        <p:txBody>
          <a:bodyPr anchor="ctr">
            <a:noAutofit/>
          </a:bodyPr>
          <a:lstStyle>
            <a:lvl1pPr marL="0" indent="0" algn="ctr">
              <a:buNone/>
              <a:defRPr sz="1200" spc="20" baseline="0"/>
            </a:lvl1pPr>
          </a:lstStyle>
          <a:p>
            <a:pPr lvl="0"/>
            <a:r>
              <a:rPr lang="en-US" dirty="0"/>
              <a:t>Title</a:t>
            </a:r>
          </a:p>
        </p:txBody>
      </p:sp>
      <p:sp>
        <p:nvSpPr>
          <p:cNvPr id="26" name="Picture Placeholder 16">
            <a:extLst>
              <a:ext uri="{FF2B5EF4-FFF2-40B4-BE49-F238E27FC236}">
                <a16:creationId xmlns:a16="http://schemas.microsoft.com/office/drawing/2014/main" id="{FCEED0A5-9A71-D54A-91FC-264BD71DDED3}"/>
              </a:ext>
            </a:extLst>
          </p:cNvPr>
          <p:cNvSpPr>
            <a:spLocks noGrp="1"/>
          </p:cNvSpPr>
          <p:nvPr>
            <p:ph type="pic" sz="quarter" idx="20"/>
          </p:nvPr>
        </p:nvSpPr>
        <p:spPr>
          <a:xfrm>
            <a:off x="6385560"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5" name="Text Placeholder 18">
            <a:extLst>
              <a:ext uri="{FF2B5EF4-FFF2-40B4-BE49-F238E27FC236}">
                <a16:creationId xmlns:a16="http://schemas.microsoft.com/office/drawing/2014/main" id="{F44A0C74-A714-A8C2-69D2-74CAD68037A5}"/>
              </a:ext>
            </a:extLst>
          </p:cNvPr>
          <p:cNvSpPr>
            <a:spLocks noGrp="1"/>
          </p:cNvSpPr>
          <p:nvPr>
            <p:ph type="body" sz="quarter" idx="19" hasCustomPrompt="1"/>
          </p:nvPr>
        </p:nvSpPr>
        <p:spPr>
          <a:xfrm>
            <a:off x="6385560" y="3191256"/>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27" name="Text Placeholder 20">
            <a:extLst>
              <a:ext uri="{FF2B5EF4-FFF2-40B4-BE49-F238E27FC236}">
                <a16:creationId xmlns:a16="http://schemas.microsoft.com/office/drawing/2014/main" id="{552F4682-3F02-2A70-A285-FB2D1822A4D6}"/>
              </a:ext>
            </a:extLst>
          </p:cNvPr>
          <p:cNvSpPr>
            <a:spLocks noGrp="1"/>
          </p:cNvSpPr>
          <p:nvPr>
            <p:ph type="body" sz="quarter" idx="21" hasCustomPrompt="1"/>
          </p:nvPr>
        </p:nvSpPr>
        <p:spPr>
          <a:xfrm>
            <a:off x="6385560" y="3616960"/>
            <a:ext cx="2029968" cy="182880"/>
          </a:xfrm>
        </p:spPr>
        <p:txBody>
          <a:bodyPr anchor="ctr">
            <a:noAutofit/>
          </a:bodyPr>
          <a:lstStyle>
            <a:lvl1pPr marL="0" indent="0" algn="ctr">
              <a:buNone/>
              <a:defRPr sz="1200" spc="20" baseline="0"/>
            </a:lvl1pPr>
          </a:lstStyle>
          <a:p>
            <a:pPr lvl="0"/>
            <a:r>
              <a:rPr lang="en-US" dirty="0"/>
              <a:t>Title</a:t>
            </a:r>
          </a:p>
        </p:txBody>
      </p:sp>
      <p:sp>
        <p:nvSpPr>
          <p:cNvPr id="12" name="Picture Placeholder 16">
            <a:extLst>
              <a:ext uri="{FF2B5EF4-FFF2-40B4-BE49-F238E27FC236}">
                <a16:creationId xmlns:a16="http://schemas.microsoft.com/office/drawing/2014/main" id="{3D2AAC25-9404-1F6F-200C-5660F4995858}"/>
              </a:ext>
            </a:extLst>
          </p:cNvPr>
          <p:cNvSpPr>
            <a:spLocks noGrp="1"/>
          </p:cNvSpPr>
          <p:nvPr>
            <p:ph type="pic" sz="quarter" idx="27"/>
          </p:nvPr>
        </p:nvSpPr>
        <p:spPr>
          <a:xfrm>
            <a:off x="6385560"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0" name="Text Placeholder 18">
            <a:extLst>
              <a:ext uri="{FF2B5EF4-FFF2-40B4-BE49-F238E27FC236}">
                <a16:creationId xmlns:a16="http://schemas.microsoft.com/office/drawing/2014/main" id="{AE4677E1-AC1B-AB9C-5E0C-794903DD1CEB}"/>
              </a:ext>
            </a:extLst>
          </p:cNvPr>
          <p:cNvSpPr>
            <a:spLocks noGrp="1"/>
          </p:cNvSpPr>
          <p:nvPr>
            <p:ph type="body" sz="quarter" idx="33" hasCustomPrompt="1"/>
          </p:nvPr>
        </p:nvSpPr>
        <p:spPr>
          <a:xfrm>
            <a:off x="6385560" y="5790184"/>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1" name="Text Placeholder 20">
            <a:extLst>
              <a:ext uri="{FF2B5EF4-FFF2-40B4-BE49-F238E27FC236}">
                <a16:creationId xmlns:a16="http://schemas.microsoft.com/office/drawing/2014/main" id="{826BBF6C-7198-3C15-CDCB-E72B08709C1F}"/>
              </a:ext>
            </a:extLst>
          </p:cNvPr>
          <p:cNvSpPr>
            <a:spLocks noGrp="1"/>
          </p:cNvSpPr>
          <p:nvPr>
            <p:ph type="body" sz="quarter" idx="34" hasCustomPrompt="1"/>
          </p:nvPr>
        </p:nvSpPr>
        <p:spPr>
          <a:xfrm>
            <a:off x="6385560" y="6215888"/>
            <a:ext cx="2029968" cy="182880"/>
          </a:xfrm>
        </p:spPr>
        <p:txBody>
          <a:bodyPr anchor="ctr">
            <a:noAutofit/>
          </a:bodyPr>
          <a:lstStyle>
            <a:lvl1pPr marL="0" indent="0" algn="ctr">
              <a:buNone/>
              <a:defRPr sz="1200" spc="20" baseline="0"/>
            </a:lvl1pPr>
          </a:lstStyle>
          <a:p>
            <a:pPr lvl="0"/>
            <a:r>
              <a:rPr lang="en-US" dirty="0"/>
              <a:t>Title</a:t>
            </a:r>
          </a:p>
        </p:txBody>
      </p:sp>
      <p:sp>
        <p:nvSpPr>
          <p:cNvPr id="29" name="Picture Placeholder 16">
            <a:extLst>
              <a:ext uri="{FF2B5EF4-FFF2-40B4-BE49-F238E27FC236}">
                <a16:creationId xmlns:a16="http://schemas.microsoft.com/office/drawing/2014/main" id="{4F0F5D16-7316-B120-F378-E3D492FEEB9C}"/>
              </a:ext>
            </a:extLst>
          </p:cNvPr>
          <p:cNvSpPr>
            <a:spLocks noGrp="1"/>
          </p:cNvSpPr>
          <p:nvPr>
            <p:ph type="pic" sz="quarter" idx="23"/>
          </p:nvPr>
        </p:nvSpPr>
        <p:spPr>
          <a:xfrm>
            <a:off x="8942832" y="1545336"/>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28" name="Text Placeholder 18">
            <a:extLst>
              <a:ext uri="{FF2B5EF4-FFF2-40B4-BE49-F238E27FC236}">
                <a16:creationId xmlns:a16="http://schemas.microsoft.com/office/drawing/2014/main" id="{47AC9724-9FC2-62FA-0DE7-3F9FE9B67A34}"/>
              </a:ext>
            </a:extLst>
          </p:cNvPr>
          <p:cNvSpPr>
            <a:spLocks noGrp="1"/>
          </p:cNvSpPr>
          <p:nvPr>
            <p:ph type="body" sz="quarter" idx="22" hasCustomPrompt="1"/>
          </p:nvPr>
        </p:nvSpPr>
        <p:spPr>
          <a:xfrm>
            <a:off x="8942832" y="3191256"/>
            <a:ext cx="2029968" cy="694944"/>
          </a:xfrm>
          <a:solidFill>
            <a:schemeClr val="accent1"/>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0" name="Text Placeholder 20">
            <a:extLst>
              <a:ext uri="{FF2B5EF4-FFF2-40B4-BE49-F238E27FC236}">
                <a16:creationId xmlns:a16="http://schemas.microsoft.com/office/drawing/2014/main" id="{114EE337-FC29-F325-E528-A3F809B28B5B}"/>
              </a:ext>
            </a:extLst>
          </p:cNvPr>
          <p:cNvSpPr>
            <a:spLocks noGrp="1"/>
          </p:cNvSpPr>
          <p:nvPr>
            <p:ph type="body" sz="quarter" idx="24" hasCustomPrompt="1"/>
          </p:nvPr>
        </p:nvSpPr>
        <p:spPr>
          <a:xfrm>
            <a:off x="8942832" y="3616960"/>
            <a:ext cx="2029968" cy="182880"/>
          </a:xfrm>
        </p:spPr>
        <p:txBody>
          <a:bodyPr anchor="ctr">
            <a:noAutofit/>
          </a:bodyPr>
          <a:lstStyle>
            <a:lvl1pPr marL="0" indent="0" algn="ctr">
              <a:buNone/>
              <a:defRPr sz="1200" spc="20" baseline="0"/>
            </a:lvl1pPr>
          </a:lstStyle>
          <a:p>
            <a:pPr lvl="0"/>
            <a:r>
              <a:rPr lang="en-US" dirty="0"/>
              <a:t>Title</a:t>
            </a:r>
          </a:p>
        </p:txBody>
      </p:sp>
      <p:sp>
        <p:nvSpPr>
          <p:cNvPr id="13" name="Picture Placeholder 16">
            <a:extLst>
              <a:ext uri="{FF2B5EF4-FFF2-40B4-BE49-F238E27FC236}">
                <a16:creationId xmlns:a16="http://schemas.microsoft.com/office/drawing/2014/main" id="{90CBAA5D-3D9B-0CB5-E527-996433638BE3}"/>
              </a:ext>
            </a:extLst>
          </p:cNvPr>
          <p:cNvSpPr>
            <a:spLocks noGrp="1"/>
          </p:cNvSpPr>
          <p:nvPr>
            <p:ph type="pic" sz="quarter" idx="28"/>
          </p:nvPr>
        </p:nvSpPr>
        <p:spPr>
          <a:xfrm>
            <a:off x="8942832" y="4144264"/>
            <a:ext cx="2029968" cy="1828800"/>
          </a:xfrm>
          <a:solidFill>
            <a:schemeClr val="accent4">
              <a:lumMod val="60000"/>
              <a:lumOff val="40000"/>
            </a:schemeClr>
          </a:solidFill>
          <a:ln>
            <a:noFill/>
          </a:ln>
        </p:spPr>
        <p:txBody>
          <a:bodyPr anchor="ctr">
            <a:noAutofit/>
          </a:bodyPr>
          <a:lstStyle>
            <a:lvl1pPr marL="0" indent="0" algn="ctr">
              <a:buNone/>
              <a:defRPr sz="1400"/>
            </a:lvl1pPr>
          </a:lstStyle>
          <a:p>
            <a:r>
              <a:rPr lang="en-US"/>
              <a:t>Click icon to add picture</a:t>
            </a:r>
            <a:endParaRPr lang="en-US" dirty="0"/>
          </a:p>
        </p:txBody>
      </p:sp>
      <p:sp>
        <p:nvSpPr>
          <p:cNvPr id="32" name="Text Placeholder 18">
            <a:extLst>
              <a:ext uri="{FF2B5EF4-FFF2-40B4-BE49-F238E27FC236}">
                <a16:creationId xmlns:a16="http://schemas.microsoft.com/office/drawing/2014/main" id="{5B47333C-2F5E-FA7D-5DD1-191E0F421B61}"/>
              </a:ext>
            </a:extLst>
          </p:cNvPr>
          <p:cNvSpPr>
            <a:spLocks noGrp="1"/>
          </p:cNvSpPr>
          <p:nvPr>
            <p:ph type="body" sz="quarter" idx="35" hasCustomPrompt="1"/>
          </p:nvPr>
        </p:nvSpPr>
        <p:spPr>
          <a:xfrm>
            <a:off x="8942832" y="5790184"/>
            <a:ext cx="2029968" cy="694944"/>
          </a:xfrm>
          <a:solidFill>
            <a:schemeClr val="accent4"/>
          </a:solidFill>
        </p:spPr>
        <p:txBody>
          <a:bodyPr lIns="0" tIns="155448" rIns="0" anchor="t">
            <a:noAutofit/>
          </a:bodyPr>
          <a:lstStyle>
            <a:lvl1pPr marL="0" indent="0" algn="ctr">
              <a:spcBef>
                <a:spcPts val="0"/>
              </a:spcBef>
              <a:buNone/>
              <a:defRPr sz="1400" b="1" cap="all" spc="20" baseline="0">
                <a:solidFill>
                  <a:schemeClr val="accent6"/>
                </a:solidFill>
                <a:latin typeface="Arial" panose="020B0604020202020204" pitchFamily="34" charset="0"/>
                <a:cs typeface="Arial" panose="020B0604020202020204" pitchFamily="34" charset="0"/>
              </a:defRPr>
            </a:lvl1pPr>
          </a:lstStyle>
          <a:p>
            <a:pPr lvl="0"/>
            <a:r>
              <a:rPr lang="en-US" dirty="0"/>
              <a:t>Name</a:t>
            </a:r>
          </a:p>
        </p:txBody>
      </p:sp>
      <p:sp>
        <p:nvSpPr>
          <p:cNvPr id="33" name="Text Placeholder 20">
            <a:extLst>
              <a:ext uri="{FF2B5EF4-FFF2-40B4-BE49-F238E27FC236}">
                <a16:creationId xmlns:a16="http://schemas.microsoft.com/office/drawing/2014/main" id="{D0AA2AE2-5A11-76D4-4D9C-B6B24D1419D0}"/>
              </a:ext>
            </a:extLst>
          </p:cNvPr>
          <p:cNvSpPr>
            <a:spLocks noGrp="1"/>
          </p:cNvSpPr>
          <p:nvPr>
            <p:ph type="body" sz="quarter" idx="36" hasCustomPrompt="1"/>
          </p:nvPr>
        </p:nvSpPr>
        <p:spPr>
          <a:xfrm>
            <a:off x="8942832" y="6215888"/>
            <a:ext cx="2029968" cy="182880"/>
          </a:xfrm>
        </p:spPr>
        <p:txBody>
          <a:bodyPr anchor="ctr">
            <a:noAutofit/>
          </a:bodyPr>
          <a:lstStyle>
            <a:lvl1pPr marL="0" indent="0" algn="ctr">
              <a:buNone/>
              <a:defRPr sz="1200" spc="20" baseline="0"/>
            </a:lvl1pPr>
          </a:lstStyle>
          <a:p>
            <a:pPr lvl="0"/>
            <a:r>
              <a:rPr lang="en-US" dirty="0"/>
              <a:t>Title</a:t>
            </a:r>
          </a:p>
        </p:txBody>
      </p:sp>
    </p:spTree>
    <p:extLst>
      <p:ext uri="{BB962C8B-B14F-4D97-AF65-F5344CB8AC3E}">
        <p14:creationId xmlns:p14="http://schemas.microsoft.com/office/powerpoint/2010/main" val="1900709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950ED98-B5D1-206C-403F-FA954F9D2CFF}"/>
              </a:ext>
            </a:extLst>
          </p:cNvPr>
          <p:cNvSpPr/>
          <p:nvPr userDrawn="1"/>
        </p:nvSpPr>
        <p:spPr>
          <a:xfrm>
            <a:off x="685338"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E8643CE-01D9-3E5E-15F6-20689F775F15}"/>
              </a:ext>
            </a:extLst>
          </p:cNvPr>
          <p:cNvSpPr/>
          <p:nvPr userDrawn="1"/>
        </p:nvSpPr>
        <p:spPr>
          <a:xfrm>
            <a:off x="2900911"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AF82DDD-EDEC-7D87-F43A-113C5E4A4FE7}"/>
              </a:ext>
            </a:extLst>
          </p:cNvPr>
          <p:cNvSpPr/>
          <p:nvPr userDrawn="1"/>
        </p:nvSpPr>
        <p:spPr>
          <a:xfrm>
            <a:off x="5116484"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47E492E-967F-54B7-55B1-08A5E1C3615B}"/>
              </a:ext>
            </a:extLst>
          </p:cNvPr>
          <p:cNvSpPr/>
          <p:nvPr userDrawn="1"/>
        </p:nvSpPr>
        <p:spPr>
          <a:xfrm>
            <a:off x="9547629" y="3796480"/>
            <a:ext cx="2011680" cy="151790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DC0053FE-E44A-CA97-F782-67FC633E722E}"/>
              </a:ext>
            </a:extLst>
          </p:cNvPr>
          <p:cNvSpPr/>
          <p:nvPr userDrawn="1"/>
        </p:nvSpPr>
        <p:spPr>
          <a:xfrm>
            <a:off x="7332057" y="3796480"/>
            <a:ext cx="2011680" cy="1517904"/>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7445A0A-815D-3414-088B-C041E6742DBE}"/>
              </a:ext>
            </a:extLst>
          </p:cNvPr>
          <p:cNvSpPr>
            <a:spLocks noGrp="1"/>
          </p:cNvSpPr>
          <p:nvPr>
            <p:ph type="title"/>
          </p:nvPr>
        </p:nvSpPr>
        <p:spPr>
          <a:xfrm>
            <a:off x="758952" y="841248"/>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p:nvPr>
        </p:nvSpPr>
        <p:spPr>
          <a:xfrm>
            <a:off x="685338"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4" name="Picture Placeholder 62">
            <a:extLst>
              <a:ext uri="{FF2B5EF4-FFF2-40B4-BE49-F238E27FC236}">
                <a16:creationId xmlns:a16="http://schemas.microsoft.com/office/drawing/2014/main" id="{2F18FBB7-2D21-7954-1324-C7D3BFE5C85D}"/>
              </a:ext>
            </a:extLst>
          </p:cNvPr>
          <p:cNvSpPr>
            <a:spLocks noGrp="1"/>
          </p:cNvSpPr>
          <p:nvPr>
            <p:ph type="pic" sz="quarter" idx="23"/>
          </p:nvPr>
        </p:nvSpPr>
        <p:spPr>
          <a:xfrm>
            <a:off x="1339134"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p:nvPr>
        </p:nvSpPr>
        <p:spPr>
          <a:xfrm>
            <a:off x="731058"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7" name="Text Placeholder 4">
            <a:extLst>
              <a:ext uri="{FF2B5EF4-FFF2-40B4-BE49-F238E27FC236}">
                <a16:creationId xmlns:a16="http://schemas.microsoft.com/office/drawing/2014/main" id="{79F9AD31-B0C5-3563-C73A-8B6297FCFD1C}"/>
              </a:ext>
            </a:extLst>
          </p:cNvPr>
          <p:cNvSpPr>
            <a:spLocks noGrp="1"/>
          </p:cNvSpPr>
          <p:nvPr>
            <p:ph type="body" sz="quarter" idx="3"/>
          </p:nvPr>
        </p:nvSpPr>
        <p:spPr>
          <a:xfrm>
            <a:off x="2900910"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8" name="Picture Placeholder 62">
            <a:extLst>
              <a:ext uri="{FF2B5EF4-FFF2-40B4-BE49-F238E27FC236}">
                <a16:creationId xmlns:a16="http://schemas.microsoft.com/office/drawing/2014/main" id="{05E8E8EF-4954-870B-04E5-82BC660A6738}"/>
              </a:ext>
            </a:extLst>
          </p:cNvPr>
          <p:cNvSpPr>
            <a:spLocks noGrp="1"/>
          </p:cNvSpPr>
          <p:nvPr>
            <p:ph type="pic" sz="quarter" idx="27"/>
          </p:nvPr>
        </p:nvSpPr>
        <p:spPr>
          <a:xfrm>
            <a:off x="3554707"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8" name="Text Placeholder 51">
            <a:extLst>
              <a:ext uri="{FF2B5EF4-FFF2-40B4-BE49-F238E27FC236}">
                <a16:creationId xmlns:a16="http://schemas.microsoft.com/office/drawing/2014/main" id="{75981CD1-EA26-D1CF-F19E-B58C16BA8A69}"/>
              </a:ext>
            </a:extLst>
          </p:cNvPr>
          <p:cNvSpPr>
            <a:spLocks noGrp="1"/>
          </p:cNvSpPr>
          <p:nvPr>
            <p:ph type="body" sz="quarter" idx="19"/>
          </p:nvPr>
        </p:nvSpPr>
        <p:spPr>
          <a:xfrm>
            <a:off x="2946630"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8" name="Text Placeholder 4">
            <a:extLst>
              <a:ext uri="{FF2B5EF4-FFF2-40B4-BE49-F238E27FC236}">
                <a16:creationId xmlns:a16="http://schemas.microsoft.com/office/drawing/2014/main" id="{3A09BBD1-5CBC-B0EF-71C0-054FCB989BC6}"/>
              </a:ext>
            </a:extLst>
          </p:cNvPr>
          <p:cNvSpPr>
            <a:spLocks noGrp="1"/>
          </p:cNvSpPr>
          <p:nvPr>
            <p:ph type="body" sz="quarter" idx="13"/>
          </p:nvPr>
        </p:nvSpPr>
        <p:spPr>
          <a:xfrm>
            <a:off x="5116484"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7" name="Picture Placeholder 62">
            <a:extLst>
              <a:ext uri="{FF2B5EF4-FFF2-40B4-BE49-F238E27FC236}">
                <a16:creationId xmlns:a16="http://schemas.microsoft.com/office/drawing/2014/main" id="{4AD0C8C9-DB5A-6DC8-2729-A21F1A5CF174}"/>
              </a:ext>
            </a:extLst>
          </p:cNvPr>
          <p:cNvSpPr>
            <a:spLocks noGrp="1"/>
          </p:cNvSpPr>
          <p:nvPr>
            <p:ph type="pic" sz="quarter" idx="26"/>
          </p:nvPr>
        </p:nvSpPr>
        <p:spPr>
          <a:xfrm>
            <a:off x="5770280"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9" name="Text Placeholder 51">
            <a:extLst>
              <a:ext uri="{FF2B5EF4-FFF2-40B4-BE49-F238E27FC236}">
                <a16:creationId xmlns:a16="http://schemas.microsoft.com/office/drawing/2014/main" id="{F02DE2DC-F65C-32A5-5821-89FB2F53C325}"/>
              </a:ext>
            </a:extLst>
          </p:cNvPr>
          <p:cNvSpPr>
            <a:spLocks noGrp="1"/>
          </p:cNvSpPr>
          <p:nvPr>
            <p:ph type="body" sz="quarter" idx="20"/>
          </p:nvPr>
        </p:nvSpPr>
        <p:spPr>
          <a:xfrm>
            <a:off x="5162204"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p:nvPr>
        </p:nvSpPr>
        <p:spPr>
          <a:xfrm>
            <a:off x="7332057" y="2491684"/>
            <a:ext cx="2011680" cy="2825173"/>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6" name="Picture Placeholder 62">
            <a:extLst>
              <a:ext uri="{FF2B5EF4-FFF2-40B4-BE49-F238E27FC236}">
                <a16:creationId xmlns:a16="http://schemas.microsoft.com/office/drawing/2014/main" id="{139354A0-F5DF-3AC5-5E8B-A41146C26F3C}"/>
              </a:ext>
            </a:extLst>
          </p:cNvPr>
          <p:cNvSpPr>
            <a:spLocks noGrp="1"/>
          </p:cNvSpPr>
          <p:nvPr>
            <p:ph type="pic" sz="quarter" idx="25"/>
          </p:nvPr>
        </p:nvSpPr>
        <p:spPr>
          <a:xfrm>
            <a:off x="7985853" y="2111058"/>
            <a:ext cx="704088" cy="7040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p:nvPr>
        </p:nvSpPr>
        <p:spPr>
          <a:xfrm>
            <a:off x="7377777"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p:nvPr>
        </p:nvSpPr>
        <p:spPr>
          <a:xfrm>
            <a:off x="9547629" y="2491684"/>
            <a:ext cx="2011680" cy="2825173"/>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5" name="Picture Placeholder 62">
            <a:extLst>
              <a:ext uri="{FF2B5EF4-FFF2-40B4-BE49-F238E27FC236}">
                <a16:creationId xmlns:a16="http://schemas.microsoft.com/office/drawing/2014/main" id="{D5BF3A8A-72F1-392E-855B-5B36E244A7FD}"/>
              </a:ext>
            </a:extLst>
          </p:cNvPr>
          <p:cNvSpPr>
            <a:spLocks noGrp="1"/>
          </p:cNvSpPr>
          <p:nvPr>
            <p:ph type="pic" sz="quarter" idx="24"/>
          </p:nvPr>
        </p:nvSpPr>
        <p:spPr>
          <a:xfrm>
            <a:off x="10201425" y="2111058"/>
            <a:ext cx="704088" cy="7040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p:nvPr>
        </p:nvSpPr>
        <p:spPr>
          <a:xfrm>
            <a:off x="9593349" y="3888404"/>
            <a:ext cx="1920240" cy="1371600"/>
          </a:xfrm>
          <a:noFill/>
          <a:ln>
            <a:noFill/>
          </a:ln>
        </p:spPr>
        <p:txBody>
          <a:bodyPr lIns="91440" rIns="91440" anchor="ctr">
            <a:noAutofit/>
          </a:bodyPr>
          <a:lstStyle>
            <a:lvl1pPr marL="0" indent="0" algn="ctr">
              <a:spcBef>
                <a:spcPts val="0"/>
              </a:spcBef>
              <a:buNone/>
              <a:defRPr sz="1500"/>
            </a:lvl1pPr>
          </a:lstStyle>
          <a:p>
            <a:pPr lvl="0"/>
            <a:r>
              <a:rPr lang="en-US"/>
              <a:t>Click to edit Master text styles</a:t>
            </a:r>
          </a:p>
        </p:txBody>
      </p:sp>
    </p:spTree>
    <p:extLst>
      <p:ext uri="{BB962C8B-B14F-4D97-AF65-F5344CB8AC3E}">
        <p14:creationId xmlns:p14="http://schemas.microsoft.com/office/powerpoint/2010/main" val="872516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E2DECB02-D9CE-E57A-0604-BFF41EC38AFA}"/>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6" name="Freeform: Shape 25">
            <a:extLst>
              <a:ext uri="{FF2B5EF4-FFF2-40B4-BE49-F238E27FC236}">
                <a16:creationId xmlns:a16="http://schemas.microsoft.com/office/drawing/2014/main" id="{68E760EA-7D83-1DF2-A8EE-4F218084E74F}"/>
              </a:ext>
            </a:extLst>
          </p:cNvPr>
          <p:cNvSpPr/>
          <p:nvPr userDrawn="1"/>
        </p:nvSpPr>
        <p:spPr>
          <a:xfrm>
            <a:off x="1" y="-1"/>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rgbClr val="F5CDCE"/>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Shape 15">
            <a:extLst>
              <a:ext uri="{FF2B5EF4-FFF2-40B4-BE49-F238E27FC236}">
                <a16:creationId xmlns:a16="http://schemas.microsoft.com/office/drawing/2014/main" id="{FF3F3353-78A1-F584-81A6-9513382DF18F}"/>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A65C6DDD-D2BB-0153-0F53-9F7C17BDFD2B}"/>
              </a:ext>
            </a:extLst>
          </p:cNvPr>
          <p:cNvSpPr>
            <a:spLocks noGrp="1"/>
          </p:cNvSpPr>
          <p:nvPr>
            <p:ph type="title"/>
          </p:nvPr>
        </p:nvSpPr>
        <p:spPr/>
        <p:txBody>
          <a:bodyPr/>
          <a:lstStyle>
            <a:lvl1pPr>
              <a:lnSpc>
                <a:spcPct val="100000"/>
              </a:lnSpc>
              <a:defRPr>
                <a:solidFill>
                  <a:schemeClr val="accent6"/>
                </a:solidFill>
              </a:defRPr>
            </a:lvl1p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471A846E-CBB1-9805-456D-0C0B890912B7}"/>
              </a:ext>
            </a:extLst>
          </p:cNvPr>
          <p:cNvSpPr>
            <a:spLocks noGrp="1"/>
          </p:cNvSpPr>
          <p:nvPr>
            <p:ph type="sldNum" sz="quarter" idx="12"/>
          </p:nvPr>
        </p:nvSpPr>
        <p:spPr/>
        <p:txBody>
          <a:bodyPr/>
          <a:lstStyle/>
          <a:p>
            <a:fld id="{48F63A3B-78C7-47BE-AE5E-E10140E04643}" type="slidenum">
              <a:rPr lang="en-US" smtClean="0"/>
              <a:pPr/>
              <a:t>‹#›</a:t>
            </a:fld>
            <a:endParaRPr lang="en-US" dirty="0"/>
          </a:p>
        </p:txBody>
      </p:sp>
      <p:sp>
        <p:nvSpPr>
          <p:cNvPr id="30" name="Image 2" descr="preencoded.png">
            <a:extLst>
              <a:ext uri="{FF2B5EF4-FFF2-40B4-BE49-F238E27FC236}">
                <a16:creationId xmlns:a16="http://schemas.microsoft.com/office/drawing/2014/main" id="{790E862E-398F-571C-EC2C-3D17164DE059}"/>
              </a:ext>
            </a:extLst>
          </p:cNvPr>
          <p:cNvSpPr/>
          <p:nvPr/>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31" name="Text Placeholder 2">
            <a:extLst>
              <a:ext uri="{FF2B5EF4-FFF2-40B4-BE49-F238E27FC236}">
                <a16:creationId xmlns:a16="http://schemas.microsoft.com/office/drawing/2014/main" id="{AB1DF8DE-0EED-2627-4B5E-266C0BC276BE}"/>
              </a:ext>
            </a:extLst>
          </p:cNvPr>
          <p:cNvSpPr>
            <a:spLocks noGrp="1"/>
          </p:cNvSpPr>
          <p:nvPr>
            <p:ph type="body" idx="1" hasCustomPrompt="1"/>
          </p:nvPr>
        </p:nvSpPr>
        <p:spPr>
          <a:xfrm>
            <a:off x="685338"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2" name="Text Placeholder 4">
            <a:extLst>
              <a:ext uri="{FF2B5EF4-FFF2-40B4-BE49-F238E27FC236}">
                <a16:creationId xmlns:a16="http://schemas.microsoft.com/office/drawing/2014/main" id="{5AE99EEE-38C4-CB2D-EEA0-8A2EB6F129E4}"/>
              </a:ext>
            </a:extLst>
          </p:cNvPr>
          <p:cNvSpPr>
            <a:spLocks noGrp="1"/>
          </p:cNvSpPr>
          <p:nvPr>
            <p:ph type="body" sz="quarter" idx="3" hasCustomPrompt="1"/>
          </p:nvPr>
        </p:nvSpPr>
        <p:spPr>
          <a:xfrm>
            <a:off x="2900911"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3" name="Text Placeholder 4">
            <a:extLst>
              <a:ext uri="{FF2B5EF4-FFF2-40B4-BE49-F238E27FC236}">
                <a16:creationId xmlns:a16="http://schemas.microsoft.com/office/drawing/2014/main" id="{AA90F0AE-69F4-EBD3-AED1-81E98D34811D}"/>
              </a:ext>
            </a:extLst>
          </p:cNvPr>
          <p:cNvSpPr>
            <a:spLocks noGrp="1"/>
          </p:cNvSpPr>
          <p:nvPr>
            <p:ph type="body" sz="quarter" idx="13" hasCustomPrompt="1"/>
          </p:nvPr>
        </p:nvSpPr>
        <p:spPr>
          <a:xfrm>
            <a:off x="5116484"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4" name="Text Placeholder 4">
            <a:extLst>
              <a:ext uri="{FF2B5EF4-FFF2-40B4-BE49-F238E27FC236}">
                <a16:creationId xmlns:a16="http://schemas.microsoft.com/office/drawing/2014/main" id="{F9E49243-B04A-D7AF-B4C7-8E1AE776F811}"/>
              </a:ext>
            </a:extLst>
          </p:cNvPr>
          <p:cNvSpPr>
            <a:spLocks noGrp="1"/>
          </p:cNvSpPr>
          <p:nvPr>
            <p:ph type="body" sz="quarter" idx="15" hasCustomPrompt="1"/>
          </p:nvPr>
        </p:nvSpPr>
        <p:spPr>
          <a:xfrm>
            <a:off x="7332057" y="3017520"/>
            <a:ext cx="1993392" cy="557784"/>
          </a:xfrm>
          <a:solidFill>
            <a:schemeClr val="accent1"/>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5" name="Text Placeholder 4">
            <a:extLst>
              <a:ext uri="{FF2B5EF4-FFF2-40B4-BE49-F238E27FC236}">
                <a16:creationId xmlns:a16="http://schemas.microsoft.com/office/drawing/2014/main" id="{4780DCD4-46DE-8C31-9F39-FC6E45FC1EBE}"/>
              </a:ext>
            </a:extLst>
          </p:cNvPr>
          <p:cNvSpPr>
            <a:spLocks noGrp="1"/>
          </p:cNvSpPr>
          <p:nvPr>
            <p:ph type="body" sz="quarter" idx="17" hasCustomPrompt="1"/>
          </p:nvPr>
        </p:nvSpPr>
        <p:spPr>
          <a:xfrm>
            <a:off x="9547629" y="3017520"/>
            <a:ext cx="1993392" cy="557784"/>
          </a:xfrm>
          <a:solidFill>
            <a:schemeClr val="accent3"/>
          </a:solidFill>
          <a:ln>
            <a:noFill/>
          </a:ln>
        </p:spPr>
        <p:txBody>
          <a:bodyPr lIns="0" tIns="0" rIns="0" bIns="0" anchor="ctr">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MMM YYYY</a:t>
            </a:r>
          </a:p>
        </p:txBody>
      </p:sp>
      <p:sp>
        <p:nvSpPr>
          <p:cNvPr id="36" name="Text Placeholder 51">
            <a:extLst>
              <a:ext uri="{FF2B5EF4-FFF2-40B4-BE49-F238E27FC236}">
                <a16:creationId xmlns:a16="http://schemas.microsoft.com/office/drawing/2014/main" id="{9FBDF935-4925-03EC-CBC9-1EBA90DF849B}"/>
              </a:ext>
            </a:extLst>
          </p:cNvPr>
          <p:cNvSpPr>
            <a:spLocks noGrp="1"/>
          </p:cNvSpPr>
          <p:nvPr>
            <p:ph type="body" sz="quarter" idx="18"/>
          </p:nvPr>
        </p:nvSpPr>
        <p:spPr>
          <a:xfrm>
            <a:off x="685338"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7" name="Text Placeholder 51">
            <a:extLst>
              <a:ext uri="{FF2B5EF4-FFF2-40B4-BE49-F238E27FC236}">
                <a16:creationId xmlns:a16="http://schemas.microsoft.com/office/drawing/2014/main" id="{9BB76AA7-442D-54A7-D075-C67F47438963}"/>
              </a:ext>
            </a:extLst>
          </p:cNvPr>
          <p:cNvSpPr>
            <a:spLocks noGrp="1"/>
          </p:cNvSpPr>
          <p:nvPr>
            <p:ph type="body" sz="quarter" idx="19"/>
          </p:nvPr>
        </p:nvSpPr>
        <p:spPr>
          <a:xfrm>
            <a:off x="2900911"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8" name="Text Placeholder 51">
            <a:extLst>
              <a:ext uri="{FF2B5EF4-FFF2-40B4-BE49-F238E27FC236}">
                <a16:creationId xmlns:a16="http://schemas.microsoft.com/office/drawing/2014/main" id="{9E419856-1586-F2D8-A1B4-F67FEE9839DF}"/>
              </a:ext>
            </a:extLst>
          </p:cNvPr>
          <p:cNvSpPr>
            <a:spLocks noGrp="1"/>
          </p:cNvSpPr>
          <p:nvPr>
            <p:ph type="body" sz="quarter" idx="20"/>
          </p:nvPr>
        </p:nvSpPr>
        <p:spPr>
          <a:xfrm>
            <a:off x="5116484"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39" name="Text Placeholder 51">
            <a:extLst>
              <a:ext uri="{FF2B5EF4-FFF2-40B4-BE49-F238E27FC236}">
                <a16:creationId xmlns:a16="http://schemas.microsoft.com/office/drawing/2014/main" id="{AED74DD2-EAE3-76BF-56B9-C04FCED1F2DB}"/>
              </a:ext>
            </a:extLst>
          </p:cNvPr>
          <p:cNvSpPr>
            <a:spLocks noGrp="1"/>
          </p:cNvSpPr>
          <p:nvPr>
            <p:ph type="body" sz="quarter" idx="21"/>
          </p:nvPr>
        </p:nvSpPr>
        <p:spPr>
          <a:xfrm>
            <a:off x="7332057"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sp>
        <p:nvSpPr>
          <p:cNvPr id="40" name="Text Placeholder 51">
            <a:extLst>
              <a:ext uri="{FF2B5EF4-FFF2-40B4-BE49-F238E27FC236}">
                <a16:creationId xmlns:a16="http://schemas.microsoft.com/office/drawing/2014/main" id="{0A39AD48-2F98-C0C9-DE08-CED7EBF816B2}"/>
              </a:ext>
            </a:extLst>
          </p:cNvPr>
          <p:cNvSpPr>
            <a:spLocks noGrp="1"/>
          </p:cNvSpPr>
          <p:nvPr>
            <p:ph type="body" sz="quarter" idx="22"/>
          </p:nvPr>
        </p:nvSpPr>
        <p:spPr>
          <a:xfrm>
            <a:off x="9547629" y="4745736"/>
            <a:ext cx="1993392" cy="795528"/>
          </a:xfrm>
          <a:noFill/>
        </p:spPr>
        <p:txBody>
          <a:bodyPr lIns="0" rIns="0" anchor="t" anchorCtr="0">
            <a:noAutofit/>
          </a:bodyPr>
          <a:lstStyle>
            <a:lvl1pPr marL="0" indent="0" algn="ctr">
              <a:spcBef>
                <a:spcPts val="0"/>
              </a:spcBef>
              <a:buNone/>
              <a:defRPr sz="1500"/>
            </a:lvl1pPr>
          </a:lstStyle>
          <a:p>
            <a:pPr lvl="0"/>
            <a:r>
              <a:rPr lang="en-US"/>
              <a:t>Click to edit Master text styles</a:t>
            </a:r>
          </a:p>
        </p:txBody>
      </p:sp>
      <p:cxnSp>
        <p:nvCxnSpPr>
          <p:cNvPr id="42" name="Straight Connector 41">
            <a:extLst>
              <a:ext uri="{FF2B5EF4-FFF2-40B4-BE49-F238E27FC236}">
                <a16:creationId xmlns:a16="http://schemas.microsoft.com/office/drawing/2014/main" id="{E6BE61D7-B0A3-902B-4F58-727982880EF5}"/>
              </a:ext>
            </a:extLst>
          </p:cNvPr>
          <p:cNvCxnSpPr>
            <a:cxnSpLocks/>
          </p:cNvCxnSpPr>
          <p:nvPr userDrawn="1"/>
        </p:nvCxnSpPr>
        <p:spPr>
          <a:xfrm>
            <a:off x="739398" y="4187681"/>
            <a:ext cx="10812360" cy="0"/>
          </a:xfrm>
          <a:prstGeom prst="line">
            <a:avLst/>
          </a:prstGeom>
          <a:ln w="127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0335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1" name="Image 0" descr="preencoded.png">
            <a:extLst>
              <a:ext uri="{FF2B5EF4-FFF2-40B4-BE49-F238E27FC236}">
                <a16:creationId xmlns:a16="http://schemas.microsoft.com/office/drawing/2014/main" id="{CD2D664E-6702-6607-A37E-2E996144917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descr="preencoded.png">
            <a:extLst>
              <a:ext uri="{FF2B5EF4-FFF2-40B4-BE49-F238E27FC236}">
                <a16:creationId xmlns:a16="http://schemas.microsoft.com/office/drawing/2014/main" id="{951C5737-DF7E-D671-AC74-9E488335BCA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descr="preencoded.png">
            <a:extLst>
              <a:ext uri="{FF2B5EF4-FFF2-40B4-BE49-F238E27FC236}">
                <a16:creationId xmlns:a16="http://schemas.microsoft.com/office/drawing/2014/main" id="{B9036D42-A06F-E6EE-BB91-8BAF045198BE}"/>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descr="preencoded.png">
            <a:extLst>
              <a:ext uri="{FF2B5EF4-FFF2-40B4-BE49-F238E27FC236}">
                <a16:creationId xmlns:a16="http://schemas.microsoft.com/office/drawing/2014/main" id="{86E0540C-3355-A50D-AC61-047B54B70C64}"/>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3" name="Text Placeholder 2"/>
          <p:cNvSpPr>
            <a:spLocks noGrp="1"/>
          </p:cNvSpPr>
          <p:nvPr>
            <p:ph type="body" idx="1"/>
          </p:nvPr>
        </p:nvSpPr>
        <p:spPr>
          <a:xfrm>
            <a:off x="397764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68503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8046720" y="2330704"/>
            <a:ext cx="3822192" cy="411480"/>
          </a:xfrm>
        </p:spPr>
        <p:txBody>
          <a:bodyPr anchor="t">
            <a:noAutofit/>
          </a:bodyPr>
          <a:lstStyle>
            <a:lvl1pPr marL="0" indent="0">
              <a:spcBef>
                <a:spcPts val="0"/>
              </a:spcBef>
              <a:buNone/>
              <a:defRPr sz="1800" b="1" cap="all" baseline="0">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754112" y="2877312"/>
            <a:ext cx="3741928" cy="3684588"/>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noAutofit/>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710313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45A0A-815D-3414-088B-C041E6742DBE}"/>
              </a:ext>
            </a:extLst>
          </p:cNvPr>
          <p:cNvSpPr>
            <a:spLocks noGrp="1"/>
          </p:cNvSpPr>
          <p:nvPr>
            <p:ph type="title"/>
          </p:nvPr>
        </p:nvSpPr>
        <p:spPr>
          <a:xfrm>
            <a:off x="758952" y="1234440"/>
            <a:ext cx="10671048" cy="768096"/>
          </a:xfrm>
        </p:spPr>
        <p:txBody>
          <a:bodyPr>
            <a:noAutofit/>
          </a:bodyPr>
          <a:lstStyle>
            <a:lvl1pPr>
              <a:lnSpc>
                <a:spcPct val="100000"/>
              </a:lnSpc>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17B5E29-6335-83BC-FA01-FAE422D2658B}"/>
              </a:ext>
            </a:extLst>
          </p:cNvPr>
          <p:cNvSpPr>
            <a:spLocks noGrp="1"/>
          </p:cNvSpPr>
          <p:nvPr>
            <p:ph type="ftr" sz="quarter" idx="11"/>
          </p:nvPr>
        </p:nvSpPr>
        <p:spPr/>
        <p:txBody>
          <a:bodyPr>
            <a:noAutofit/>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36476D1-B61A-E9FD-E266-768B405CC30B}"/>
              </a:ext>
            </a:extLst>
          </p:cNvPr>
          <p:cNvSpPr>
            <a:spLocks noGrp="1"/>
          </p:cNvSpPr>
          <p:nvPr>
            <p:ph type="sldNum" sz="quarter" idx="12"/>
          </p:nvPr>
        </p:nvSpPr>
        <p:spPr/>
        <p:txBody>
          <a:bodyPr>
            <a:noAutofit/>
          </a:bodyPr>
          <a:lstStyle/>
          <a:p>
            <a:fld id="{48F63A3B-78C7-47BE-AE5E-E10140E04643}" type="slidenum">
              <a:rPr lang="en-US" smtClean="0"/>
              <a:pPr/>
              <a:t>‹#›</a:t>
            </a:fld>
            <a:endParaRPr lang="en-US" dirty="0"/>
          </a:p>
        </p:txBody>
      </p:sp>
      <p:sp>
        <p:nvSpPr>
          <p:cNvPr id="46" name="Text Placeholder 2">
            <a:extLst>
              <a:ext uri="{FF2B5EF4-FFF2-40B4-BE49-F238E27FC236}">
                <a16:creationId xmlns:a16="http://schemas.microsoft.com/office/drawing/2014/main" id="{C025625F-8274-840F-6DD8-D36687CB8F7E}"/>
              </a:ext>
            </a:extLst>
          </p:cNvPr>
          <p:cNvSpPr>
            <a:spLocks noGrp="1"/>
          </p:cNvSpPr>
          <p:nvPr>
            <p:ph type="body" idx="1"/>
          </p:nvPr>
        </p:nvSpPr>
        <p:spPr>
          <a:xfrm>
            <a:off x="713232" y="2743200"/>
            <a:ext cx="3328416" cy="3557016"/>
          </a:xfrm>
          <a:noFill/>
          <a:ln w="12700">
            <a:solidFill>
              <a:schemeClr val="accent3"/>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4" name="Picture Placeholder 62">
            <a:extLst>
              <a:ext uri="{FF2B5EF4-FFF2-40B4-BE49-F238E27FC236}">
                <a16:creationId xmlns:a16="http://schemas.microsoft.com/office/drawing/2014/main" id="{2F18FBB7-2D21-7954-1324-C7D3BFE5C85D}"/>
              </a:ext>
            </a:extLst>
          </p:cNvPr>
          <p:cNvSpPr>
            <a:spLocks noGrp="1" noChangeAspect="1"/>
          </p:cNvSpPr>
          <p:nvPr>
            <p:ph type="pic" sz="quarter" idx="23"/>
          </p:nvPr>
        </p:nvSpPr>
        <p:spPr>
          <a:xfrm>
            <a:off x="1911096" y="2258568"/>
            <a:ext cx="932688" cy="932688"/>
          </a:xfrm>
          <a:prstGeom prst="ellipse">
            <a:avLst/>
          </a:prstGeom>
          <a:solidFill>
            <a:schemeClr val="accent3"/>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52" name="Text Placeholder 51">
            <a:extLst>
              <a:ext uri="{FF2B5EF4-FFF2-40B4-BE49-F238E27FC236}">
                <a16:creationId xmlns:a16="http://schemas.microsoft.com/office/drawing/2014/main" id="{2EF54C35-5F8E-4E0A-AB4D-97E38121910A}"/>
              </a:ext>
            </a:extLst>
          </p:cNvPr>
          <p:cNvSpPr>
            <a:spLocks noGrp="1"/>
          </p:cNvSpPr>
          <p:nvPr>
            <p:ph type="body" sz="quarter" idx="18"/>
          </p:nvPr>
        </p:nvSpPr>
        <p:spPr>
          <a:xfrm>
            <a:off x="992124"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
        <p:nvSpPr>
          <p:cNvPr id="49" name="Text Placeholder 4">
            <a:extLst>
              <a:ext uri="{FF2B5EF4-FFF2-40B4-BE49-F238E27FC236}">
                <a16:creationId xmlns:a16="http://schemas.microsoft.com/office/drawing/2014/main" id="{084A0326-A0B8-1723-B8BA-B015344F2DCE}"/>
              </a:ext>
            </a:extLst>
          </p:cNvPr>
          <p:cNvSpPr>
            <a:spLocks noGrp="1"/>
          </p:cNvSpPr>
          <p:nvPr>
            <p:ph type="body" sz="quarter" idx="15"/>
          </p:nvPr>
        </p:nvSpPr>
        <p:spPr>
          <a:xfrm>
            <a:off x="4443984" y="2743200"/>
            <a:ext cx="3328416" cy="3557016"/>
          </a:xfrm>
          <a:noFill/>
          <a:ln w="12700">
            <a:solidFill>
              <a:schemeClr val="accent1"/>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6" name="Picture Placeholder 62">
            <a:extLst>
              <a:ext uri="{FF2B5EF4-FFF2-40B4-BE49-F238E27FC236}">
                <a16:creationId xmlns:a16="http://schemas.microsoft.com/office/drawing/2014/main" id="{139354A0-F5DF-3AC5-5E8B-A41146C26F3C}"/>
              </a:ext>
            </a:extLst>
          </p:cNvPr>
          <p:cNvSpPr>
            <a:spLocks noGrp="1" noChangeAspect="1"/>
          </p:cNvSpPr>
          <p:nvPr>
            <p:ph type="pic" sz="quarter" idx="25"/>
          </p:nvPr>
        </p:nvSpPr>
        <p:spPr>
          <a:xfrm>
            <a:off x="5641848" y="2258568"/>
            <a:ext cx="932688" cy="932688"/>
          </a:xfrm>
          <a:prstGeom prst="ellipse">
            <a:avLst/>
          </a:prstGeom>
          <a:solidFill>
            <a:schemeClr val="accent1"/>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0" name="Text Placeholder 51">
            <a:extLst>
              <a:ext uri="{FF2B5EF4-FFF2-40B4-BE49-F238E27FC236}">
                <a16:creationId xmlns:a16="http://schemas.microsoft.com/office/drawing/2014/main" id="{E9730E82-F317-686A-8777-D81705BCC706}"/>
              </a:ext>
            </a:extLst>
          </p:cNvPr>
          <p:cNvSpPr>
            <a:spLocks noGrp="1"/>
          </p:cNvSpPr>
          <p:nvPr>
            <p:ph type="body" sz="quarter" idx="21"/>
          </p:nvPr>
        </p:nvSpPr>
        <p:spPr>
          <a:xfrm>
            <a:off x="4722876"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
        <p:nvSpPr>
          <p:cNvPr id="50" name="Text Placeholder 4">
            <a:extLst>
              <a:ext uri="{FF2B5EF4-FFF2-40B4-BE49-F238E27FC236}">
                <a16:creationId xmlns:a16="http://schemas.microsoft.com/office/drawing/2014/main" id="{0E3B57F3-1903-446F-D989-D6CA342D0861}"/>
              </a:ext>
            </a:extLst>
          </p:cNvPr>
          <p:cNvSpPr>
            <a:spLocks noGrp="1"/>
          </p:cNvSpPr>
          <p:nvPr>
            <p:ph type="body" sz="quarter" idx="17"/>
          </p:nvPr>
        </p:nvSpPr>
        <p:spPr>
          <a:xfrm>
            <a:off x="8092440" y="2743200"/>
            <a:ext cx="3328416" cy="3557016"/>
          </a:xfrm>
          <a:noFill/>
          <a:ln w="12700">
            <a:solidFill>
              <a:schemeClr val="accent4"/>
            </a:solidFill>
          </a:ln>
        </p:spPr>
        <p:txBody>
          <a:bodyPr tIns="685800" anchor="t">
            <a:noAutofit/>
          </a:bodyPr>
          <a:lstStyle>
            <a:lvl1pPr marL="0" indent="0" algn="ctr">
              <a:lnSpc>
                <a:spcPct val="100000"/>
              </a:lnSpc>
              <a:spcBef>
                <a:spcPts val="0"/>
              </a:spcBef>
              <a:buNone/>
              <a:defRPr sz="1800" b="1" cap="all" spc="0" baseline="0">
                <a:solidFill>
                  <a:schemeClr val="accent6"/>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5" name="Picture Placeholder 62">
            <a:extLst>
              <a:ext uri="{FF2B5EF4-FFF2-40B4-BE49-F238E27FC236}">
                <a16:creationId xmlns:a16="http://schemas.microsoft.com/office/drawing/2014/main" id="{D5BF3A8A-72F1-392E-855B-5B36E244A7FD}"/>
              </a:ext>
            </a:extLst>
          </p:cNvPr>
          <p:cNvSpPr>
            <a:spLocks noGrp="1" noChangeAspect="1"/>
          </p:cNvSpPr>
          <p:nvPr>
            <p:ph type="pic" sz="quarter" idx="24"/>
          </p:nvPr>
        </p:nvSpPr>
        <p:spPr>
          <a:xfrm>
            <a:off x="9290304" y="2258568"/>
            <a:ext cx="932688" cy="932688"/>
          </a:xfrm>
          <a:prstGeom prst="ellipse">
            <a:avLst/>
          </a:prstGeom>
          <a:solidFill>
            <a:schemeClr val="accent4"/>
          </a:solidFill>
        </p:spPr>
        <p:txBody>
          <a:bodyPr lIns="0" tIns="0" rIns="0" bIns="0" anchor="ctr">
            <a:noAutofit/>
          </a:bodyPr>
          <a:lstStyle>
            <a:lvl1pPr marL="0" indent="0" algn="ctr">
              <a:buNone/>
              <a:defRPr sz="900"/>
            </a:lvl1pPr>
          </a:lstStyle>
          <a:p>
            <a:r>
              <a:rPr lang="en-US"/>
              <a:t>Click icon to add picture</a:t>
            </a:r>
            <a:endParaRPr lang="en-US" dirty="0"/>
          </a:p>
        </p:txBody>
      </p:sp>
      <p:sp>
        <p:nvSpPr>
          <p:cNvPr id="61" name="Text Placeholder 51">
            <a:extLst>
              <a:ext uri="{FF2B5EF4-FFF2-40B4-BE49-F238E27FC236}">
                <a16:creationId xmlns:a16="http://schemas.microsoft.com/office/drawing/2014/main" id="{2AED5DDC-3165-FA12-0310-E3545223E292}"/>
              </a:ext>
            </a:extLst>
          </p:cNvPr>
          <p:cNvSpPr>
            <a:spLocks noGrp="1"/>
          </p:cNvSpPr>
          <p:nvPr>
            <p:ph type="body" sz="quarter" idx="22"/>
          </p:nvPr>
        </p:nvSpPr>
        <p:spPr>
          <a:xfrm>
            <a:off x="8371332" y="3950208"/>
            <a:ext cx="2770632" cy="2206752"/>
          </a:xfrm>
          <a:noFill/>
        </p:spPr>
        <p:txBody>
          <a:bodyPr lIns="91440" rIns="91440" anchor="t">
            <a:noAutofit/>
          </a:bodyPr>
          <a:lstStyle>
            <a:lvl1pPr marL="347472" indent="-347472" algn="l">
              <a:spcBef>
                <a:spcPts val="360"/>
              </a:spcBef>
              <a:buFont typeface="Arial" panose="020B0604020202020204" pitchFamily="34" charset="0"/>
              <a:buChar char="•"/>
              <a:defRPr sz="1500"/>
            </a:lvl1pPr>
          </a:lstStyle>
          <a:p>
            <a:pPr lvl="0"/>
            <a:r>
              <a:rPr lang="en-US"/>
              <a:t>Click to edit Master text styles</a:t>
            </a:r>
          </a:p>
        </p:txBody>
      </p:sp>
    </p:spTree>
    <p:extLst>
      <p:ext uri="{BB962C8B-B14F-4D97-AF65-F5344CB8AC3E}">
        <p14:creationId xmlns:p14="http://schemas.microsoft.com/office/powerpoint/2010/main" val="12689541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Summary">
    <p:spTree>
      <p:nvGrpSpPr>
        <p:cNvPr id="1" name=""/>
        <p:cNvGrpSpPr/>
        <p:nvPr/>
      </p:nvGrpSpPr>
      <p:grpSpPr>
        <a:xfrm>
          <a:off x="0" y="0"/>
          <a:ext cx="0" cy="0"/>
          <a:chOff x="0" y="0"/>
          <a:chExt cx="0" cy="0"/>
        </a:xfrm>
      </p:grpSpPr>
      <p:sp>
        <p:nvSpPr>
          <p:cNvPr id="24" name="Image 2" descr="preencoded.png">
            <a:extLst>
              <a:ext uri="{FF2B5EF4-FFF2-40B4-BE49-F238E27FC236}">
                <a16:creationId xmlns:a16="http://schemas.microsoft.com/office/drawing/2014/main" id="{ABC388A2-FFC7-1A87-02FB-C97B50161FD3}"/>
              </a:ext>
            </a:extLst>
          </p:cNvPr>
          <p:cNvSpPr/>
          <p:nvPr/>
        </p:nvSpPr>
        <p:spPr>
          <a:xfrm>
            <a:off x="8758238" y="-14287"/>
            <a:ext cx="3433763" cy="3452812"/>
          </a:xfrm>
          <a:custGeom>
            <a:avLst/>
            <a:gdLst>
              <a:gd name="connsiteX0" fmla="*/ 3433763 w 3433763"/>
              <a:gd name="connsiteY0" fmla="*/ 0 h 3452812"/>
              <a:gd name="connsiteX1" fmla="*/ 3433763 w 3433763"/>
              <a:gd name="connsiteY1" fmla="*/ 3452813 h 3452812"/>
              <a:gd name="connsiteX2" fmla="*/ 0 w 3433763"/>
              <a:gd name="connsiteY2" fmla="*/ 3452813 h 3452812"/>
              <a:gd name="connsiteX3" fmla="*/ 3433763 w 3433763"/>
              <a:gd name="connsiteY3" fmla="*/ 0 h 3452812"/>
            </a:gdLst>
            <a:ahLst/>
            <a:cxnLst>
              <a:cxn ang="0">
                <a:pos x="connsiteX0" y="connsiteY0"/>
              </a:cxn>
              <a:cxn ang="0">
                <a:pos x="connsiteX1" y="connsiteY1"/>
              </a:cxn>
              <a:cxn ang="0">
                <a:pos x="connsiteX2" y="connsiteY2"/>
              </a:cxn>
              <a:cxn ang="0">
                <a:pos x="connsiteX3" y="connsiteY3"/>
              </a:cxn>
            </a:cxnLst>
            <a:rect l="l" t="t" r="r" b="b"/>
            <a:pathLst>
              <a:path w="3433763" h="3452812">
                <a:moveTo>
                  <a:pt x="3433763" y="0"/>
                </a:moveTo>
                <a:lnTo>
                  <a:pt x="3433763" y="3452813"/>
                </a:lnTo>
                <a:lnTo>
                  <a:pt x="0" y="3452813"/>
                </a:lnTo>
                <a:cubicBezTo>
                  <a:pt x="0" y="1545912"/>
                  <a:pt x="1537383" y="0"/>
                  <a:pt x="3433763" y="0"/>
                </a:cubicBezTo>
                <a:close/>
              </a:path>
            </a:pathLst>
          </a:custGeom>
          <a:solidFill>
            <a:schemeClr val="accent1"/>
          </a:solidFill>
          <a:ln w="4756" cap="flat">
            <a:noFill/>
            <a:prstDash val="solid"/>
            <a:miter/>
          </a:ln>
        </p:spPr>
        <p:txBody>
          <a:bodyPr rtlCol="0" anchor="ctr"/>
          <a:lstStyle/>
          <a:p>
            <a:endParaRPr lang="en-US" dirty="0"/>
          </a:p>
        </p:txBody>
      </p:sp>
      <p:sp>
        <p:nvSpPr>
          <p:cNvPr id="25" name="Image 3" descr="preencoded.png">
            <a:extLst>
              <a:ext uri="{FF2B5EF4-FFF2-40B4-BE49-F238E27FC236}">
                <a16:creationId xmlns:a16="http://schemas.microsoft.com/office/drawing/2014/main" id="{D64C4994-B525-F4C0-B74F-D5E8296DFC43}"/>
              </a:ext>
            </a:extLst>
          </p:cNvPr>
          <p:cNvSpPr/>
          <p:nvPr/>
        </p:nvSpPr>
        <p:spPr>
          <a:xfrm>
            <a:off x="8758238" y="3438525"/>
            <a:ext cx="3433763" cy="3433762"/>
          </a:xfrm>
          <a:custGeom>
            <a:avLst/>
            <a:gdLst>
              <a:gd name="connsiteX0" fmla="*/ 0 w 3433763"/>
              <a:gd name="connsiteY0" fmla="*/ 0 h 3433762"/>
              <a:gd name="connsiteX1" fmla="*/ 3433763 w 3433763"/>
              <a:gd name="connsiteY1" fmla="*/ 0 h 3433762"/>
              <a:gd name="connsiteX2" fmla="*/ 3433763 w 3433763"/>
              <a:gd name="connsiteY2" fmla="*/ 3433763 h 3433762"/>
              <a:gd name="connsiteX3" fmla="*/ 0 w 3433763"/>
              <a:gd name="connsiteY3" fmla="*/ 0 h 3433762"/>
            </a:gdLst>
            <a:ahLst/>
            <a:cxnLst>
              <a:cxn ang="0">
                <a:pos x="connsiteX0" y="connsiteY0"/>
              </a:cxn>
              <a:cxn ang="0">
                <a:pos x="connsiteX1" y="connsiteY1"/>
              </a:cxn>
              <a:cxn ang="0">
                <a:pos x="connsiteX2" y="connsiteY2"/>
              </a:cxn>
              <a:cxn ang="0">
                <a:pos x="connsiteX3" y="connsiteY3"/>
              </a:cxn>
            </a:cxnLst>
            <a:rect l="l" t="t" r="r" b="b"/>
            <a:pathLst>
              <a:path w="3433763" h="3433762">
                <a:moveTo>
                  <a:pt x="0" y="0"/>
                </a:moveTo>
                <a:lnTo>
                  <a:pt x="3433763" y="0"/>
                </a:lnTo>
                <a:lnTo>
                  <a:pt x="3433763" y="3433763"/>
                </a:lnTo>
                <a:cubicBezTo>
                  <a:pt x="1537383" y="3433763"/>
                  <a:pt x="0" y="1896380"/>
                  <a:pt x="0" y="0"/>
                </a:cubicBezTo>
                <a:close/>
              </a:path>
            </a:pathLst>
          </a:custGeom>
          <a:solidFill>
            <a:schemeClr val="accent2"/>
          </a:solidFill>
          <a:ln w="4756" cap="flat">
            <a:noFill/>
            <a:prstDash val="solid"/>
            <a:miter/>
          </a:ln>
        </p:spPr>
        <p:txBody>
          <a:bodyPr rtlCol="0" anchor="ctr"/>
          <a:lstStyle/>
          <a:p>
            <a:endParaRPr lang="en-US" dirty="0"/>
          </a:p>
        </p:txBody>
      </p:sp>
      <p:sp>
        <p:nvSpPr>
          <p:cNvPr id="26" name="Image 4" descr="preencoded.png">
            <a:extLst>
              <a:ext uri="{FF2B5EF4-FFF2-40B4-BE49-F238E27FC236}">
                <a16:creationId xmlns:a16="http://schemas.microsoft.com/office/drawing/2014/main" id="{9019DA73-2516-F3D2-ECDB-620C90483DB3}"/>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53" name="Image 7" descr="preencoded.png">
            <a:extLst>
              <a:ext uri="{FF2B5EF4-FFF2-40B4-BE49-F238E27FC236}">
                <a16:creationId xmlns:a16="http://schemas.microsoft.com/office/drawing/2014/main" id="{FEA70E9F-C506-413C-11EF-5915A2296643}"/>
              </a:ext>
            </a:extLst>
          </p:cNvPr>
          <p:cNvSpPr/>
          <p:nvPr/>
        </p:nvSpPr>
        <p:spPr>
          <a:xfrm flipV="1">
            <a:off x="-20086" y="4580051"/>
            <a:ext cx="2277948" cy="2277948"/>
          </a:xfrm>
          <a:custGeom>
            <a:avLst/>
            <a:gdLst>
              <a:gd name="connsiteX0" fmla="*/ 0 w 2277948"/>
              <a:gd name="connsiteY0" fmla="*/ 2277948 h 2277948"/>
              <a:gd name="connsiteX1" fmla="*/ 2277948 w 2277948"/>
              <a:gd name="connsiteY1" fmla="*/ 0 h 2277948"/>
              <a:gd name="connsiteX2" fmla="*/ 0 w 2277948"/>
              <a:gd name="connsiteY2" fmla="*/ 0 h 2277948"/>
              <a:gd name="connsiteX3" fmla="*/ 0 w 2277948"/>
              <a:gd name="connsiteY3" fmla="*/ 2277948 h 2277948"/>
            </a:gdLst>
            <a:ahLst/>
            <a:cxnLst>
              <a:cxn ang="0">
                <a:pos x="connsiteX0" y="connsiteY0"/>
              </a:cxn>
              <a:cxn ang="0">
                <a:pos x="connsiteX1" y="connsiteY1"/>
              </a:cxn>
              <a:cxn ang="0">
                <a:pos x="connsiteX2" y="connsiteY2"/>
              </a:cxn>
              <a:cxn ang="0">
                <a:pos x="connsiteX3" y="connsiteY3"/>
              </a:cxn>
            </a:cxnLst>
            <a:rect l="l" t="t" r="r" b="b"/>
            <a:pathLst>
              <a:path w="2277948" h="2277948">
                <a:moveTo>
                  <a:pt x="0" y="2277948"/>
                </a:moveTo>
                <a:cubicBezTo>
                  <a:pt x="1258034" y="2277948"/>
                  <a:pt x="2277948" y="1258034"/>
                  <a:pt x="2277948" y="0"/>
                </a:cubicBezTo>
                <a:lnTo>
                  <a:pt x="0" y="0"/>
                </a:lnTo>
                <a:lnTo>
                  <a:pt x="0" y="2277948"/>
                </a:lnTo>
                <a:close/>
              </a:path>
            </a:pathLst>
          </a:custGeom>
          <a:solidFill>
            <a:schemeClr val="accent4"/>
          </a:solidFill>
          <a:ln w="5083" cap="flat">
            <a:noFill/>
            <a:prstDash val="solid"/>
            <a:miter/>
          </a:ln>
        </p:spPr>
        <p:txBody>
          <a:bodyPr rtlCol="0" anchor="ctr"/>
          <a:lstStyle/>
          <a:p>
            <a:endParaRPr lang="en-US" dirty="0"/>
          </a:p>
        </p:txBody>
      </p:sp>
      <p:pic>
        <p:nvPicPr>
          <p:cNvPr id="21" name="Image 2" descr="preencoded.png">
            <a:extLst>
              <a:ext uri="{FF2B5EF4-FFF2-40B4-BE49-F238E27FC236}">
                <a16:creationId xmlns:a16="http://schemas.microsoft.com/office/drawing/2014/main" id="{A8B7F1F1-806C-8D65-7340-220A0C4653C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9991886" y="3441269"/>
            <a:ext cx="2200114" cy="2200114"/>
          </a:xfrm>
          <a:prstGeom prst="rect">
            <a:avLst/>
          </a:prstGeom>
        </p:spPr>
      </p:pic>
      <p:sp>
        <p:nvSpPr>
          <p:cNvPr id="54" name="Image 2" descr="preencoded.png">
            <a:extLst>
              <a:ext uri="{FF2B5EF4-FFF2-40B4-BE49-F238E27FC236}">
                <a16:creationId xmlns:a16="http://schemas.microsoft.com/office/drawing/2014/main" id="{F19C81EC-0322-58A2-C455-6E2C84D1E6E8}"/>
              </a:ext>
            </a:extLst>
          </p:cNvPr>
          <p:cNvSpPr/>
          <p:nvPr/>
        </p:nvSpPr>
        <p:spPr>
          <a:xfrm>
            <a:off x="1707959" y="5667616"/>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2" name="Title 1"/>
          <p:cNvSpPr>
            <a:spLocks noGrp="1"/>
          </p:cNvSpPr>
          <p:nvPr>
            <p:ph type="title"/>
          </p:nvPr>
        </p:nvSpPr>
        <p:spPr>
          <a:xfrm>
            <a:off x="1508760" y="1883664"/>
            <a:ext cx="6766560" cy="768096"/>
          </a:xfrm>
        </p:spPr>
        <p:txBody>
          <a:bodyPr>
            <a:noAutofit/>
          </a:bodyPr>
          <a:lstStyle>
            <a:lvl1pPr algn="l">
              <a:lnSpc>
                <a:spcPct val="100000"/>
              </a:lnSpc>
              <a:defRPr b="1"/>
            </a:lvl1pPr>
          </a:lstStyle>
          <a:p>
            <a:r>
              <a:rPr lang="en-US"/>
              <a:t>Click to edit Master title style</a:t>
            </a:r>
            <a:endParaRPr lang="en-US" dirty="0"/>
          </a:p>
        </p:txBody>
      </p:sp>
      <p:sp>
        <p:nvSpPr>
          <p:cNvPr id="3" name="Content Placeholder 2"/>
          <p:cNvSpPr>
            <a:spLocks noGrp="1"/>
          </p:cNvSpPr>
          <p:nvPr>
            <p:ph idx="1"/>
          </p:nvPr>
        </p:nvSpPr>
        <p:spPr>
          <a:xfrm>
            <a:off x="1508760" y="2837688"/>
            <a:ext cx="5879592" cy="2700528"/>
          </a:xfrm>
        </p:spPr>
        <p:txBody>
          <a:bodyPr>
            <a:noAutofit/>
          </a:bodyPr>
          <a:lstStyle>
            <a:lvl1pPr marL="0" indent="0">
              <a:buNone/>
              <a:defRPr sz="1500"/>
            </a:lvl1pPr>
            <a:lvl2pPr>
              <a:defRPr sz="1500"/>
            </a:lvl2pPr>
            <a:lvl3pPr>
              <a:defRPr sz="1500"/>
            </a:lvl3pPr>
            <a:lvl4pPr>
              <a:defRPr sz="1500"/>
            </a:lvl4pPr>
            <a:lvl5pPr>
              <a:defRPr sz="15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noAutofit/>
          </a:bodyPr>
          <a:lstStyle/>
          <a:p>
            <a:fld id="{48F63A3B-78C7-47BE-AE5E-E10140E04643}" type="slidenum">
              <a:rPr lang="en-US" dirty="0"/>
              <a:t>‹#›</a:t>
            </a:fld>
            <a:endParaRPr lang="en-US" dirty="0"/>
          </a:p>
        </p:txBody>
      </p:sp>
      <p:sp>
        <p:nvSpPr>
          <p:cNvPr id="4" name="Footer Placeholder 3">
            <a:extLst>
              <a:ext uri="{FF2B5EF4-FFF2-40B4-BE49-F238E27FC236}">
                <a16:creationId xmlns:a16="http://schemas.microsoft.com/office/drawing/2014/main" id="{E1F9FD95-086F-282B-820C-8CDAD4A6EEB6}"/>
              </a:ext>
            </a:extLst>
          </p:cNvPr>
          <p:cNvSpPr>
            <a:spLocks noGrp="1"/>
          </p:cNvSpPr>
          <p:nvPr>
            <p:ph type="ftr" sz="quarter" idx="13"/>
          </p:nvPr>
        </p:nvSpPr>
        <p:spPr/>
        <p:txBody>
          <a:bodyPr/>
          <a:lstStyle/>
          <a:p>
            <a:r>
              <a:rPr lang="en-US"/>
              <a:t>Presentation title</a:t>
            </a:r>
            <a:endParaRPr lang="en-US" dirty="0"/>
          </a:p>
        </p:txBody>
      </p:sp>
    </p:spTree>
    <p:extLst>
      <p:ext uri="{BB962C8B-B14F-4D97-AF65-F5344CB8AC3E}">
        <p14:creationId xmlns:p14="http://schemas.microsoft.com/office/powerpoint/2010/main" val="42484857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descr="preencoded.png">
            <a:extLst>
              <a:ext uri="{FF2B5EF4-FFF2-40B4-BE49-F238E27FC236}">
                <a16:creationId xmlns:a16="http://schemas.microsoft.com/office/drawing/2014/main" id="{FEB515B5-2D9F-58E1-6E3C-CCBF105D891E}"/>
              </a:ext>
            </a:extLst>
          </p:cNvPr>
          <p:cNvSpPr/>
          <p:nvPr userDrawn="1"/>
        </p:nvSpPr>
        <p:spPr>
          <a:xfrm>
            <a:off x="7538626" y="13142"/>
            <a:ext cx="4653374" cy="6831717"/>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descr="preencoded.png">
            <a:extLst>
              <a:ext uri="{FF2B5EF4-FFF2-40B4-BE49-F238E27FC236}">
                <a16:creationId xmlns:a16="http://schemas.microsoft.com/office/drawing/2014/main" id="{5CCFEDF9-5B69-87BA-8A33-35033DA4013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37234" y="-25041"/>
            <a:ext cx="3432191" cy="3432191"/>
          </a:xfrm>
          <a:prstGeom prst="rect">
            <a:avLst/>
          </a:prstGeom>
        </p:spPr>
      </p:pic>
      <p:sp>
        <p:nvSpPr>
          <p:cNvPr id="2" name="Title 1"/>
          <p:cNvSpPr>
            <a:spLocks noGrp="1"/>
          </p:cNvSpPr>
          <p:nvPr>
            <p:ph type="ctrTitle"/>
          </p:nvPr>
        </p:nvSpPr>
        <p:spPr>
          <a:xfrm>
            <a:off x="1527048" y="1975104"/>
            <a:ext cx="4169664" cy="667512"/>
          </a:xfrm>
        </p:spPr>
        <p:txBody>
          <a:bodyPr tIns="0" anchor="ctr">
            <a:noAutofit/>
          </a:bodyPr>
          <a:lstStyle>
            <a:lvl1pPr algn="l">
              <a:defRPr sz="4400"/>
            </a:lvl1pPr>
          </a:lstStyle>
          <a:p>
            <a:r>
              <a:rPr lang="en-US"/>
              <a:t>Click to edit Master title style</a:t>
            </a:r>
            <a:endParaRPr lang="en-US" dirty="0"/>
          </a:p>
        </p:txBody>
      </p:sp>
      <p:sp>
        <p:nvSpPr>
          <p:cNvPr id="3" name="Subtitle 2"/>
          <p:cNvSpPr>
            <a:spLocks noGrp="1"/>
          </p:cNvSpPr>
          <p:nvPr>
            <p:ph type="subTitle" idx="1"/>
          </p:nvPr>
        </p:nvSpPr>
        <p:spPr>
          <a:xfrm>
            <a:off x="1545336" y="2846832"/>
            <a:ext cx="4169664" cy="2176272"/>
          </a:xfrm>
        </p:spPr>
        <p:txBody>
          <a:bodyPr lIns="91440" tIns="0" rIns="91440" bIns="0">
            <a:no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3728988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Image 0" descr="preencoded.png">
            <a:extLst>
              <a:ext uri="{FF2B5EF4-FFF2-40B4-BE49-F238E27FC236}">
                <a16:creationId xmlns:a16="http://schemas.microsoft.com/office/drawing/2014/main" id="{8D5D10FF-3DE5-39CA-FA9A-29A09DC47BFC}"/>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1" name="Image 1" descr="preencoded.png">
            <a:extLst>
              <a:ext uri="{FF2B5EF4-FFF2-40B4-BE49-F238E27FC236}">
                <a16:creationId xmlns:a16="http://schemas.microsoft.com/office/drawing/2014/main" id="{BFA89E6A-8342-AE30-45E0-BC1DFE3276C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13" name="Freeform: Shape 12">
            <a:extLst>
              <a:ext uri="{FF2B5EF4-FFF2-40B4-BE49-F238E27FC236}">
                <a16:creationId xmlns:a16="http://schemas.microsoft.com/office/drawing/2014/main" id="{A08309FA-889A-E2F2-1EDA-F872245F5FDF}"/>
              </a:ext>
            </a:extLst>
          </p:cNvPr>
          <p:cNvSpPr/>
          <p:nvPr userDrawn="1"/>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5" name="Image 5" descr="preencoded.png">
            <a:extLst>
              <a:ext uri="{FF2B5EF4-FFF2-40B4-BE49-F238E27FC236}">
                <a16:creationId xmlns:a16="http://schemas.microsoft.com/office/drawing/2014/main" id="{D9D7EB49-4BC9-040F-C4CC-5771C5FB312B}"/>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7" name="Image 6" descr="preencoded.png">
            <a:extLst>
              <a:ext uri="{FF2B5EF4-FFF2-40B4-BE49-F238E27FC236}">
                <a16:creationId xmlns:a16="http://schemas.microsoft.com/office/drawing/2014/main" id="{3CE04498-C285-EFB8-340C-1A064078152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
        <p:nvSpPr>
          <p:cNvPr id="18" name="Title 19">
            <a:extLst>
              <a:ext uri="{FF2B5EF4-FFF2-40B4-BE49-F238E27FC236}">
                <a16:creationId xmlns:a16="http://schemas.microsoft.com/office/drawing/2014/main" id="{9CBE0ADC-7FA0-F7E3-96EF-BBACB6A9076E}"/>
              </a:ext>
            </a:extLst>
          </p:cNvPr>
          <p:cNvSpPr>
            <a:spLocks noGrp="1"/>
          </p:cNvSpPr>
          <p:nvPr>
            <p:ph type="title"/>
          </p:nvPr>
        </p:nvSpPr>
        <p:spPr>
          <a:xfrm>
            <a:off x="3986784" y="1243584"/>
            <a:ext cx="8165592" cy="768096"/>
          </a:xfrm>
        </p:spPr>
        <p:txBody>
          <a:bodyPr>
            <a:noAutofit/>
          </a:bodyPr>
          <a:lstStyle>
            <a:lvl1pPr algn="l">
              <a:lnSpc>
                <a:spcPct val="100000"/>
              </a:lnSpc>
              <a:defRPr/>
            </a:lvl1pPr>
          </a:lstStyle>
          <a:p>
            <a:r>
              <a:rPr lang="en-US"/>
              <a:t>Click to edit Master title style</a:t>
            </a:r>
            <a:endParaRPr lang="en-US" dirty="0"/>
          </a:p>
        </p:txBody>
      </p:sp>
      <p:sp>
        <p:nvSpPr>
          <p:cNvPr id="19" name="Content Placeholder 3">
            <a:extLst>
              <a:ext uri="{FF2B5EF4-FFF2-40B4-BE49-F238E27FC236}">
                <a16:creationId xmlns:a16="http://schemas.microsoft.com/office/drawing/2014/main" id="{0F9C0517-D83A-CC55-35B8-B2F990C96D30}"/>
              </a:ext>
            </a:extLst>
          </p:cNvPr>
          <p:cNvSpPr>
            <a:spLocks noGrp="1"/>
          </p:cNvSpPr>
          <p:nvPr>
            <p:ph sz="half" idx="2"/>
          </p:nvPr>
        </p:nvSpPr>
        <p:spPr>
          <a:xfrm>
            <a:off x="368503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Content Placeholder 5">
            <a:extLst>
              <a:ext uri="{FF2B5EF4-FFF2-40B4-BE49-F238E27FC236}">
                <a16:creationId xmlns:a16="http://schemas.microsoft.com/office/drawing/2014/main" id="{CF8BFBBE-0EAE-B647-2648-A5FB0094BF6B}"/>
              </a:ext>
            </a:extLst>
          </p:cNvPr>
          <p:cNvSpPr>
            <a:spLocks noGrp="1"/>
          </p:cNvSpPr>
          <p:nvPr>
            <p:ph sz="quarter" idx="4"/>
          </p:nvPr>
        </p:nvSpPr>
        <p:spPr>
          <a:xfrm>
            <a:off x="7754112" y="2255520"/>
            <a:ext cx="3741928" cy="4306380"/>
          </a:xfrm>
        </p:spPr>
        <p:txBody>
          <a:bodyPr lIns="45720" rIns="45720" bIns="45720">
            <a:noAutofit/>
          </a:bodyPr>
          <a:lstStyle>
            <a:lvl1pPr>
              <a:defRPr sz="1500"/>
            </a:lvl1pPr>
            <a:lvl2pPr>
              <a:defRPr sz="13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2508321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p:txBody>
          <a:bodyPr/>
          <a:lstStyle/>
          <a:p>
            <a:r>
              <a:rPr lang="en-US"/>
              <a:t>Click to edit Master title style</a:t>
            </a:r>
            <a:endParaRPr lang="en-US" dirty="0"/>
          </a:p>
        </p:txBody>
      </p:sp>
      <p:sp>
        <p:nvSpPr>
          <p:cNvPr id="4" name="Footer Placeholder 3"/>
          <p:cNvSpPr>
            <a:spLocks noGrp="1"/>
          </p:cNvSpPr>
          <p:nvPr>
            <p:ph type="ftr" sz="quarter" idx="11"/>
          </p:nvPr>
        </p:nvSpPr>
        <p:spPr/>
        <p:txBody>
          <a:bodyPr/>
          <a:lstStyle/>
          <a:p>
            <a:r>
              <a:rPr lang="en-US"/>
              <a:t>Presentation title</a:t>
            </a:r>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 name="Footer Placeholder 2"/>
          <p:cNvSpPr>
            <a:spLocks noGrp="1"/>
          </p:cNvSpPr>
          <p:nvPr>
            <p:ph type="ftr" sz="quarter" idx="11"/>
          </p:nvPr>
        </p:nvSpPr>
        <p:spPr/>
        <p:txBody>
          <a:bodyPr/>
          <a:lstStyle/>
          <a:p>
            <a:r>
              <a:rPr lang="en-US"/>
              <a:t>Presentation title</a:t>
            </a:r>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45005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58952" y="1216152"/>
            <a:ext cx="10671048" cy="768096"/>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621792" y="457200"/>
            <a:ext cx="3200400" cy="274320"/>
          </a:xfrm>
          <a:prstGeom prst="rect">
            <a:avLst/>
          </a:prstGeom>
        </p:spPr>
        <p:txBody>
          <a:bodyPr vert="horz" lIns="91440" tIns="45720" rIns="91440" bIns="45720" rtlCol="0" anchor="ctr"/>
          <a:lstStyle>
            <a:lvl1pPr algn="l">
              <a:defRPr sz="1200">
                <a:solidFill>
                  <a:schemeClr val="accent6"/>
                </a:solidFill>
                <a:latin typeface="Arial" panose="020B0604020202020204" pitchFamily="34" charset="0"/>
                <a:cs typeface="Arial" panose="020B0604020202020204" pitchFamily="34" charset="0"/>
              </a:defRPr>
            </a:lvl1pPr>
          </a:lstStyle>
          <a:p>
            <a:r>
              <a:rPr lang="en-US"/>
              <a:t>Presentation title</a:t>
            </a:r>
            <a:endParaRPr lang="en-US" dirty="0"/>
          </a:p>
        </p:txBody>
      </p:sp>
      <p:sp>
        <p:nvSpPr>
          <p:cNvPr id="6" name="Slide Number Placeholder 5"/>
          <p:cNvSpPr>
            <a:spLocks noGrp="1"/>
          </p:cNvSpPr>
          <p:nvPr>
            <p:ph type="sldNum" sz="quarter" idx="4"/>
          </p:nvPr>
        </p:nvSpPr>
        <p:spPr>
          <a:xfrm>
            <a:off x="10945368" y="457200"/>
            <a:ext cx="987552" cy="274320"/>
          </a:xfrm>
          <a:prstGeom prst="rect">
            <a:avLst/>
          </a:prstGeom>
        </p:spPr>
        <p:txBody>
          <a:bodyPr vert="horz" lIns="91440" tIns="45720" rIns="91440" bIns="45720" rtlCol="0" anchor="ctr"/>
          <a:lstStyle>
            <a:lvl1pPr algn="ctr">
              <a:defRPr sz="1200">
                <a:solidFill>
                  <a:schemeClr val="accent6"/>
                </a:solidFill>
                <a:latin typeface="Arial" panose="020B0604020202020204" pitchFamily="34" charset="0"/>
                <a:cs typeface="Arial" panose="020B0604020202020204" pitchFamily="34"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52" r:id="rId3"/>
    <p:sldLayoutId id="2147483653" r:id="rId4"/>
    <p:sldLayoutId id="2147483664" r:id="rId5"/>
    <p:sldLayoutId id="2147483667" r:id="rId6"/>
    <p:sldLayoutId id="2147483668" r:id="rId7"/>
    <p:sldLayoutId id="2147483669" r:id="rId8"/>
    <p:sldLayoutId id="2147483673" r:id="rId9"/>
    <p:sldLayoutId id="2147483670" r:id="rId10"/>
    <p:sldLayoutId id="2147483671" r:id="rId11"/>
    <p:sldLayoutId id="2147483655" r:id="rId12"/>
    <p:sldLayoutId id="2147483674" r:id="rId13"/>
    <p:sldLayoutId id="2147483675" r:id="rId14"/>
    <p:sldLayoutId id="2147483676" r:id="rId15"/>
    <p:sldLayoutId id="2147483654" r:id="rId16"/>
    <p:sldLayoutId id="2147483656" r:id="rId17"/>
    <p:sldLayoutId id="2147483657" r:id="rId18"/>
    <p:sldLayoutId id="2147483658" r:id="rId19"/>
    <p:sldLayoutId id="2147483659" r:id="rId20"/>
  </p:sldLayoutIdLst>
  <p:hf hdr="0" dt="0"/>
  <p:txStyles>
    <p:titleStyle>
      <a:lvl1pPr algn="ctr" defTabSz="914400" rtl="0" eaLnBrk="1" latinLnBrk="0" hangingPunct="1">
        <a:lnSpc>
          <a:spcPts val="4875"/>
        </a:lnSpc>
        <a:spcBef>
          <a:spcPct val="0"/>
        </a:spcBef>
        <a:buNone/>
        <a:defRPr sz="44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860D9-9D47-C0BB-B2B4-4B6F2B36CFCC}"/>
              </a:ext>
            </a:extLst>
          </p:cNvPr>
          <p:cNvSpPr>
            <a:spLocks noGrp="1"/>
          </p:cNvSpPr>
          <p:nvPr>
            <p:ph type="ctrTitle"/>
          </p:nvPr>
        </p:nvSpPr>
        <p:spPr/>
        <p:txBody>
          <a:bodyPr/>
          <a:lstStyle/>
          <a:p>
            <a:r>
              <a:rPr lang="en-US" dirty="0" err="1"/>
              <a:t>Anayasa</a:t>
            </a:r>
            <a:r>
              <a:rPr lang="en-US" dirty="0"/>
              <a:t> </a:t>
            </a:r>
            <a:r>
              <a:rPr lang="en-US" dirty="0" err="1"/>
              <a:t>Yargısına</a:t>
            </a:r>
            <a:r>
              <a:rPr lang="en-US" dirty="0"/>
              <a:t> </a:t>
            </a:r>
            <a:r>
              <a:rPr lang="en-US" dirty="0" err="1"/>
              <a:t>Giriş</a:t>
            </a:r>
            <a:endParaRPr lang="en-US" dirty="0"/>
          </a:p>
        </p:txBody>
      </p:sp>
      <p:sp>
        <p:nvSpPr>
          <p:cNvPr id="5" name="Subtitle 4">
            <a:extLst>
              <a:ext uri="{FF2B5EF4-FFF2-40B4-BE49-F238E27FC236}">
                <a16:creationId xmlns:a16="http://schemas.microsoft.com/office/drawing/2014/main" id="{987627DF-68F7-963C-60C6-8E1B72B6E194}"/>
              </a:ext>
            </a:extLst>
          </p:cNvPr>
          <p:cNvSpPr>
            <a:spLocks noGrp="1"/>
          </p:cNvSpPr>
          <p:nvPr>
            <p:ph type="subTitle" idx="1"/>
          </p:nvPr>
        </p:nvSpPr>
        <p:spPr>
          <a:xfrm>
            <a:off x="4349496" y="4114484"/>
            <a:ext cx="3493008" cy="878908"/>
          </a:xfrm>
        </p:spPr>
        <p:txBody>
          <a:bodyPr/>
          <a:lstStyle/>
          <a:p>
            <a:r>
              <a:rPr lang="en-TR" dirty="0"/>
              <a:t>Ar. Gör. Kardelen Altun</a:t>
            </a:r>
          </a:p>
          <a:p>
            <a:r>
              <a:rPr lang="en-TR" dirty="0"/>
              <a:t>kardelenaltun@gmail.com</a:t>
            </a:r>
          </a:p>
        </p:txBody>
      </p:sp>
    </p:spTree>
    <p:extLst>
      <p:ext uri="{BB962C8B-B14F-4D97-AF65-F5344CB8AC3E}">
        <p14:creationId xmlns:p14="http://schemas.microsoft.com/office/powerpoint/2010/main" val="2131568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E339BF-E6D7-DD0E-AF02-6813852EE723}"/>
              </a:ext>
            </a:extLst>
          </p:cNvPr>
          <p:cNvSpPr>
            <a:spLocks noGrp="1"/>
          </p:cNvSpPr>
          <p:nvPr>
            <p:ph type="body" idx="1"/>
          </p:nvPr>
        </p:nvSpPr>
        <p:spPr>
          <a:xfrm>
            <a:off x="2422635" y="1844879"/>
            <a:ext cx="6400800" cy="2506404"/>
          </a:xfrm>
        </p:spPr>
        <p:txBody>
          <a:bodyPr anchor="ctr"/>
          <a:lstStyle/>
          <a:p>
            <a:pPr algn="ctr">
              <a:lnSpc>
                <a:spcPct val="200000"/>
              </a:lnSpc>
            </a:pPr>
            <a:r>
              <a:rPr lang="en-US" sz="3600" b="1" dirty="0">
                <a:latin typeface="Sabon Next LT" panose="02000500000000000000" pitchFamily="2" charset="0"/>
                <a:cs typeface="Sabon Next LT" panose="02000500000000000000" pitchFamily="2" charset="0"/>
              </a:rPr>
              <a:t>Norm </a:t>
            </a:r>
            <a:r>
              <a:rPr lang="en-US" sz="3600" b="1" dirty="0" err="1">
                <a:latin typeface="Sabon Next LT" panose="02000500000000000000" pitchFamily="2" charset="0"/>
                <a:cs typeface="Sabon Next LT" panose="02000500000000000000" pitchFamily="2" charset="0"/>
              </a:rPr>
              <a:t>Denetimine</a:t>
            </a:r>
            <a:r>
              <a:rPr lang="en-US" sz="3600" b="1" dirty="0">
                <a:latin typeface="Sabon Next LT" panose="02000500000000000000" pitchFamily="2" charset="0"/>
                <a:cs typeface="Sabon Next LT" panose="02000500000000000000" pitchFamily="2" charset="0"/>
              </a:rPr>
              <a:t> </a:t>
            </a:r>
            <a:r>
              <a:rPr lang="en-US" sz="3600" b="1" dirty="0" err="1">
                <a:latin typeface="Sabon Next LT" panose="02000500000000000000" pitchFamily="2" charset="0"/>
                <a:cs typeface="Sabon Next LT" panose="02000500000000000000" pitchFamily="2" charset="0"/>
              </a:rPr>
              <a:t>Konu</a:t>
            </a:r>
            <a:r>
              <a:rPr lang="en-US" sz="3600" b="1" dirty="0">
                <a:latin typeface="Sabon Next LT" panose="02000500000000000000" pitchFamily="2" charset="0"/>
                <a:cs typeface="Sabon Next LT" panose="02000500000000000000" pitchFamily="2" charset="0"/>
              </a:rPr>
              <a:t> </a:t>
            </a:r>
            <a:r>
              <a:rPr lang="en-US" sz="3600" b="1" dirty="0" err="1">
                <a:latin typeface="Sabon Next LT" panose="02000500000000000000" pitchFamily="2" charset="0"/>
                <a:cs typeface="Sabon Next LT" panose="02000500000000000000" pitchFamily="2" charset="0"/>
              </a:rPr>
              <a:t>Olabilecek</a:t>
            </a:r>
            <a:r>
              <a:rPr lang="en-US" sz="3600" b="1" dirty="0">
                <a:latin typeface="Sabon Next LT" panose="02000500000000000000" pitchFamily="2" charset="0"/>
                <a:cs typeface="Sabon Next LT" panose="02000500000000000000" pitchFamily="2" charset="0"/>
              </a:rPr>
              <a:t> </a:t>
            </a:r>
            <a:r>
              <a:rPr lang="en-US" sz="3600" b="1" dirty="0" err="1">
                <a:latin typeface="Sabon Next LT" panose="02000500000000000000" pitchFamily="2" charset="0"/>
                <a:cs typeface="Sabon Next LT" panose="02000500000000000000" pitchFamily="2" charset="0"/>
              </a:rPr>
              <a:t>Normlar</a:t>
            </a:r>
            <a:endParaRPr lang="en-US" sz="3600" b="1" dirty="0">
              <a:solidFill>
                <a:schemeClr val="accent6"/>
              </a:solidFill>
              <a:latin typeface="Sabon Next LT" panose="02000500000000000000" pitchFamily="2" charset="0"/>
              <a:cs typeface="Sabon Next LT" panose="02000500000000000000" pitchFamily="2" charset="0"/>
            </a:endParaRPr>
          </a:p>
        </p:txBody>
      </p:sp>
    </p:spTree>
    <p:extLst>
      <p:ext uri="{BB962C8B-B14F-4D97-AF65-F5344CB8AC3E}">
        <p14:creationId xmlns:p14="http://schemas.microsoft.com/office/powerpoint/2010/main" val="2953942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1F66E5-D2D7-172B-46BA-FEBFE092CC7F}"/>
              </a:ext>
            </a:extLst>
          </p:cNvPr>
          <p:cNvSpPr>
            <a:spLocks noGrp="1"/>
          </p:cNvSpPr>
          <p:nvPr>
            <p:ph idx="1"/>
          </p:nvPr>
        </p:nvSpPr>
        <p:spPr>
          <a:xfrm>
            <a:off x="472611" y="1962364"/>
            <a:ext cx="7057000" cy="2931953"/>
          </a:xfrm>
        </p:spPr>
        <p:txBody>
          <a:bodyPr/>
          <a:lstStyle/>
          <a:p>
            <a:pPr algn="just"/>
            <a:r>
              <a:rPr lang="tr-TR" sz="1600" dirty="0"/>
              <a:t>	Anayasa Mahkemesi, </a:t>
            </a:r>
            <a:r>
              <a:rPr lang="tr-TR" sz="1600" b="1" dirty="0"/>
              <a:t>kanunların</a:t>
            </a:r>
            <a:r>
              <a:rPr lang="tr-TR" sz="1600" dirty="0"/>
              <a:t>, </a:t>
            </a:r>
            <a:r>
              <a:rPr lang="tr-TR" sz="1600" b="1" dirty="0"/>
              <a:t>Cumhurbaşkanlığı kararnamelerinin</a:t>
            </a:r>
            <a:r>
              <a:rPr lang="tr-TR" sz="1600" dirty="0"/>
              <a:t> ve </a:t>
            </a:r>
            <a:r>
              <a:rPr lang="tr-TR" sz="1600" b="1" dirty="0"/>
              <a:t>Türkiye Büyük Millet Meclisi İçtüzüğünün </a:t>
            </a:r>
            <a:r>
              <a:rPr lang="tr-TR" sz="1600" dirty="0"/>
              <a:t>Anayasaya şekil ve esas bakımlarından uygunluğunu denetler ve bireysel başvuruları karara bağlar. </a:t>
            </a:r>
            <a:r>
              <a:rPr lang="tr-TR" sz="1600" b="1" dirty="0"/>
              <a:t>Anayasa değişikliklerini </a:t>
            </a:r>
            <a:r>
              <a:rPr lang="tr-TR" sz="1600" dirty="0"/>
              <a:t>ise sadece şekil bakımından inceler ve denetler. Ancak, olağanüstü hallerde ve savaş hallerinde çıkarılan Cumhurbaşkanlığı kararnamelerinin şekil ve esas bakımından Anayasaya aykırılığı iddiasıyla, Anayasa Mahkemesinde dava açılamaz.</a:t>
            </a:r>
          </a:p>
        </p:txBody>
      </p:sp>
      <p:sp>
        <p:nvSpPr>
          <p:cNvPr id="4" name="Content Placeholder 2">
            <a:extLst>
              <a:ext uri="{FF2B5EF4-FFF2-40B4-BE49-F238E27FC236}">
                <a16:creationId xmlns:a16="http://schemas.microsoft.com/office/drawing/2014/main" id="{04F38575-026B-E036-F46B-05CD56B00A37}"/>
              </a:ext>
            </a:extLst>
          </p:cNvPr>
          <p:cNvSpPr txBox="1">
            <a:spLocks/>
          </p:cNvSpPr>
          <p:nvPr/>
        </p:nvSpPr>
        <p:spPr>
          <a:xfrm>
            <a:off x="1147520" y="76841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a:t>Anayasa m. 148/1:</a:t>
            </a:r>
          </a:p>
          <a:p>
            <a:endParaRPr lang="en-US" dirty="0"/>
          </a:p>
        </p:txBody>
      </p:sp>
    </p:spTree>
    <p:extLst>
      <p:ext uri="{BB962C8B-B14F-4D97-AF65-F5344CB8AC3E}">
        <p14:creationId xmlns:p14="http://schemas.microsoft.com/office/powerpoint/2010/main" val="375593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4B6DC-E403-D24F-5C69-71270B59A9B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930BC6-E521-47F0-3816-A141555EB88E}"/>
              </a:ext>
            </a:extLst>
          </p:cNvPr>
          <p:cNvSpPr>
            <a:spLocks noGrp="1"/>
          </p:cNvSpPr>
          <p:nvPr>
            <p:ph idx="1"/>
          </p:nvPr>
        </p:nvSpPr>
        <p:spPr>
          <a:xfrm>
            <a:off x="472611" y="1962364"/>
            <a:ext cx="7057000" cy="2931953"/>
          </a:xfrm>
        </p:spPr>
        <p:txBody>
          <a:bodyPr/>
          <a:lstStyle/>
          <a:p>
            <a:pPr algn="just"/>
            <a:r>
              <a:rPr lang="tr-TR" sz="1600" dirty="0"/>
              <a:t>	Yasama dokunulmazlığının kaldırılmasına veya milletvekilliğinin düşmesine 84 üncü maddenin birinci, üçüncü veya dördüncü fıkralarına göre karar verilmiş olması hallerinde, Meclis Genel Kurulu kararının alındığı tarihten başlayarak yedi gün içerisinde ilgili milletvekili veya bir diğer milletvekili, kararın, Anayasaya, kanuna veya İçtüzüğe aykırılığı iddiasıyla iptali için Anayasa Mahkemesine başvurabilir. Anayasa Mahkemesi, iptal istemini </a:t>
            </a:r>
            <a:r>
              <a:rPr lang="tr-TR" sz="1600" dirty="0" err="1"/>
              <a:t>onbeş</a:t>
            </a:r>
            <a:r>
              <a:rPr lang="tr-TR" sz="1600" dirty="0"/>
              <a:t> gün içerisinde kesin karara bağlar.</a:t>
            </a:r>
          </a:p>
        </p:txBody>
      </p:sp>
      <p:sp>
        <p:nvSpPr>
          <p:cNvPr id="4" name="Content Placeholder 2">
            <a:extLst>
              <a:ext uri="{FF2B5EF4-FFF2-40B4-BE49-F238E27FC236}">
                <a16:creationId xmlns:a16="http://schemas.microsoft.com/office/drawing/2014/main" id="{B5348015-D706-049E-76E9-6AEC308F7325}"/>
              </a:ext>
            </a:extLst>
          </p:cNvPr>
          <p:cNvSpPr txBox="1">
            <a:spLocks/>
          </p:cNvSpPr>
          <p:nvPr/>
        </p:nvSpPr>
        <p:spPr>
          <a:xfrm>
            <a:off x="1147520" y="76841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a:t>Anayasa m. 85:</a:t>
            </a:r>
          </a:p>
          <a:p>
            <a:endParaRPr lang="en-US" dirty="0"/>
          </a:p>
        </p:txBody>
      </p:sp>
    </p:spTree>
    <p:extLst>
      <p:ext uri="{BB962C8B-B14F-4D97-AF65-F5344CB8AC3E}">
        <p14:creationId xmlns:p14="http://schemas.microsoft.com/office/powerpoint/2010/main" val="3655787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1F66E5-D2D7-172B-46BA-FEBFE092CC7F}"/>
              </a:ext>
            </a:extLst>
          </p:cNvPr>
          <p:cNvSpPr>
            <a:spLocks noGrp="1"/>
          </p:cNvSpPr>
          <p:nvPr>
            <p:ph idx="1"/>
          </p:nvPr>
        </p:nvSpPr>
        <p:spPr>
          <a:xfrm>
            <a:off x="1177986" y="1317719"/>
            <a:ext cx="6772866" cy="4222561"/>
          </a:xfrm>
        </p:spPr>
        <p:txBody>
          <a:bodyPr/>
          <a:lstStyle/>
          <a:p>
            <a:pPr marL="342900" indent="-342900">
              <a:buFont typeface="Arial" panose="020B0604020202020204" pitchFamily="34" charset="0"/>
              <a:buChar char="•"/>
            </a:pPr>
            <a:r>
              <a:rPr lang="en-US" b="1" dirty="0">
                <a:latin typeface="Calibri" panose="020F0502020204030204" pitchFamily="34" charset="0"/>
                <a:cs typeface="Calibri" panose="020F0502020204030204" pitchFamily="34" charset="0"/>
              </a:rPr>
              <a:t>Kanun</a:t>
            </a:r>
          </a:p>
          <a:p>
            <a:pPr marL="342900" indent="-342900">
              <a:buFont typeface="Arial" panose="020B0604020202020204" pitchFamily="34" charset="0"/>
              <a:buChar char="•"/>
            </a:pPr>
            <a:r>
              <a:rPr lang="en-US" b="1" dirty="0">
                <a:latin typeface="Calibri" panose="020F0502020204030204" pitchFamily="34" charset="0"/>
                <a:cs typeface="Calibri" panose="020F0502020204030204" pitchFamily="34" charset="0"/>
              </a:rPr>
              <a:t>Kanun </a:t>
            </a:r>
            <a:r>
              <a:rPr lang="en-US" b="1" dirty="0" err="1">
                <a:latin typeface="Calibri" panose="020F0502020204030204" pitchFamily="34" charset="0"/>
                <a:cs typeface="Calibri" panose="020F0502020204030204" pitchFamily="34" charset="0"/>
              </a:rPr>
              <a:t>Hükmünde</a:t>
            </a:r>
            <a:r>
              <a:rPr lang="en-US" b="1"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Kararnameler</a:t>
            </a:r>
            <a:endParaRPr lang="en-US" b="1"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b="1" dirty="0" err="1">
                <a:latin typeface="Calibri" panose="020F0502020204030204" pitchFamily="34" charset="0"/>
                <a:cs typeface="Calibri" panose="020F0502020204030204" pitchFamily="34" charset="0"/>
              </a:rPr>
              <a:t>Cumhurbaşkanlığı</a:t>
            </a:r>
            <a:r>
              <a:rPr lang="en-US" b="1"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Kararnameleri</a:t>
            </a:r>
            <a:endParaRPr lang="en-US" b="1"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b="1" dirty="0" err="1">
                <a:latin typeface="Calibri" panose="020F0502020204030204" pitchFamily="34" charset="0"/>
                <a:cs typeface="Calibri" panose="020F0502020204030204" pitchFamily="34" charset="0"/>
              </a:rPr>
              <a:t>Anayasa</a:t>
            </a:r>
            <a:r>
              <a:rPr lang="en-US" b="1"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Değişiklikleri</a:t>
            </a:r>
            <a:endParaRPr lang="en-US" b="1"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b="1" dirty="0">
                <a:latin typeface="Calibri" panose="020F0502020204030204" pitchFamily="34" charset="0"/>
                <a:cs typeface="Calibri" panose="020F0502020204030204" pitchFamily="34" charset="0"/>
              </a:rPr>
              <a:t>TBMM </a:t>
            </a:r>
            <a:r>
              <a:rPr lang="en-US" b="1" dirty="0" err="1">
                <a:latin typeface="Calibri" panose="020F0502020204030204" pitchFamily="34" charset="0"/>
                <a:cs typeface="Calibri" panose="020F0502020204030204" pitchFamily="34" charset="0"/>
              </a:rPr>
              <a:t>İçtüzük</a:t>
            </a:r>
            <a:r>
              <a:rPr lang="en-US" b="1"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Değişiklikleri</a:t>
            </a:r>
            <a:endParaRPr lang="en-US" b="1"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b="1" dirty="0" err="1">
                <a:latin typeface="Calibri" panose="020F0502020204030204" pitchFamily="34" charset="0"/>
                <a:cs typeface="Calibri" panose="020F0502020204030204" pitchFamily="34" charset="0"/>
              </a:rPr>
              <a:t>Parlamento</a:t>
            </a:r>
            <a:r>
              <a:rPr lang="en-US" b="1"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Kararları</a:t>
            </a:r>
            <a:endParaRPr lang="en-US" b="1" dirty="0">
              <a:latin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b="1" dirty="0" err="1">
                <a:latin typeface="Calibri" panose="020F0502020204030204" pitchFamily="34" charset="0"/>
                <a:cs typeface="Calibri" panose="020F0502020204030204" pitchFamily="34" charset="0"/>
              </a:rPr>
              <a:t>Uluslararası</a:t>
            </a:r>
            <a:r>
              <a:rPr lang="en-US" b="1" dirty="0">
                <a:latin typeface="Calibri" panose="020F0502020204030204" pitchFamily="34" charset="0"/>
                <a:cs typeface="Calibri" panose="020F0502020204030204" pitchFamily="34" charset="0"/>
              </a:rPr>
              <a:t> </a:t>
            </a:r>
            <a:r>
              <a:rPr lang="en-US" b="1" dirty="0" err="1">
                <a:latin typeface="Calibri" panose="020F0502020204030204" pitchFamily="34" charset="0"/>
                <a:cs typeface="Calibri" panose="020F0502020204030204" pitchFamily="34" charset="0"/>
              </a:rPr>
              <a:t>Anlaşmalar</a:t>
            </a:r>
            <a:endParaRPr lang="en-US" b="1" dirty="0">
              <a:latin typeface="Calibri" panose="020F0502020204030204" pitchFamily="34" charset="0"/>
              <a:cs typeface="Calibri" panose="020F0502020204030204" pitchFamily="34" charset="0"/>
            </a:endParaRPr>
          </a:p>
          <a:p>
            <a:endParaRPr lang="en-US" b="1" dirty="0"/>
          </a:p>
        </p:txBody>
      </p:sp>
    </p:spTree>
    <p:extLst>
      <p:ext uri="{BB962C8B-B14F-4D97-AF65-F5344CB8AC3E}">
        <p14:creationId xmlns:p14="http://schemas.microsoft.com/office/powerpoint/2010/main" val="3855531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EE2DE-8010-9FC6-71D0-1CD7D7B90B8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F198D4-6E66-4E13-074D-60594DA0A354}"/>
              </a:ext>
            </a:extLst>
          </p:cNvPr>
          <p:cNvSpPr>
            <a:spLocks noGrp="1"/>
          </p:cNvSpPr>
          <p:nvPr>
            <p:ph idx="1"/>
          </p:nvPr>
        </p:nvSpPr>
        <p:spPr>
          <a:xfrm>
            <a:off x="472611" y="1962364"/>
            <a:ext cx="7057000" cy="2931953"/>
          </a:xfrm>
        </p:spPr>
        <p:txBody>
          <a:bodyPr/>
          <a:lstStyle/>
          <a:p>
            <a:pPr algn="just"/>
            <a:r>
              <a:rPr lang="tr-TR" sz="1600" dirty="0"/>
              <a:t>	Usulüne göre yürürlüğe konulmuş milletlerarası </a:t>
            </a:r>
            <a:r>
              <a:rPr lang="tr-TR" sz="1600" dirty="0" err="1"/>
              <a:t>andlaşmalar</a:t>
            </a:r>
            <a:r>
              <a:rPr lang="tr-TR" sz="1600" dirty="0"/>
              <a:t> kanun hükmündedir. Bunlar hakkında Anayasaya aykırılık iddiası ile Anayasa Mahkemesine başvurulamaz. (Ek cümle: 7/5/2004-5170/7 </a:t>
            </a:r>
            <a:r>
              <a:rPr lang="tr-TR" sz="1600" dirty="0" err="1"/>
              <a:t>md.</a:t>
            </a:r>
            <a:r>
              <a:rPr lang="tr-TR" sz="1600" dirty="0"/>
              <a:t>) Usulüne göre yürürlüğe konulmuş temel hak ve özgürlüklere ilişkin milletlerarası </a:t>
            </a:r>
            <a:r>
              <a:rPr lang="tr-TR" sz="1600" dirty="0" err="1"/>
              <a:t>andlaşmalarla</a:t>
            </a:r>
            <a:r>
              <a:rPr lang="tr-TR" sz="1600" dirty="0"/>
              <a:t> kanunların aynı konuda farklı hükümler içermesi nedeniyle çıkabilecek uyuşmazlıklarda milletlerarası </a:t>
            </a:r>
            <a:r>
              <a:rPr lang="tr-TR" sz="1600" dirty="0" err="1"/>
              <a:t>andlaşma</a:t>
            </a:r>
            <a:r>
              <a:rPr lang="tr-TR" sz="1600" dirty="0"/>
              <a:t> hükümleri esas alınır.</a:t>
            </a:r>
          </a:p>
        </p:txBody>
      </p:sp>
      <p:sp>
        <p:nvSpPr>
          <p:cNvPr id="4" name="Content Placeholder 2">
            <a:extLst>
              <a:ext uri="{FF2B5EF4-FFF2-40B4-BE49-F238E27FC236}">
                <a16:creationId xmlns:a16="http://schemas.microsoft.com/office/drawing/2014/main" id="{8342296A-F0CE-C915-FBD0-27F22DD3BF90}"/>
              </a:ext>
            </a:extLst>
          </p:cNvPr>
          <p:cNvSpPr txBox="1">
            <a:spLocks/>
          </p:cNvSpPr>
          <p:nvPr/>
        </p:nvSpPr>
        <p:spPr>
          <a:xfrm>
            <a:off x="1147520" y="76841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a:t>Anayasa m. 90/5:</a:t>
            </a:r>
          </a:p>
          <a:p>
            <a:endParaRPr lang="en-US" dirty="0"/>
          </a:p>
        </p:txBody>
      </p:sp>
    </p:spTree>
    <p:extLst>
      <p:ext uri="{BB962C8B-B14F-4D97-AF65-F5344CB8AC3E}">
        <p14:creationId xmlns:p14="http://schemas.microsoft.com/office/powerpoint/2010/main" val="3745209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A597C-0280-F017-09EE-A4F7BD2C5EC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EC74DE-A82D-543A-25C8-2FA226B4F5C0}"/>
              </a:ext>
            </a:extLst>
          </p:cNvPr>
          <p:cNvSpPr>
            <a:spLocks noGrp="1"/>
          </p:cNvSpPr>
          <p:nvPr>
            <p:ph idx="1"/>
          </p:nvPr>
        </p:nvSpPr>
        <p:spPr>
          <a:xfrm>
            <a:off x="465851" y="959069"/>
            <a:ext cx="7350091" cy="5496160"/>
          </a:xfrm>
        </p:spPr>
        <p:txBody>
          <a:bodyPr/>
          <a:lstStyle/>
          <a:p>
            <a:pPr algn="just"/>
            <a:r>
              <a:rPr lang="tr-TR" sz="1400" dirty="0"/>
              <a:t>	Anayasanın hiçbir hükmü, Türk toplumunu çağdaş uygarlık seviyesinin üstüne çıkarma ve Türkiye Cumhuriyetinin lâiklik niteliğini koruma amacını güden, aşağıda gösterilen inkılâp kanunlarının, Anayasanın halkoyu ile kabul edildiği tarihte yürürlükte bulunan hükümlerinin, Anayasaya aykırı olduğu şeklinde anlaşılamaz ve yorumlanamaz:</a:t>
            </a:r>
          </a:p>
          <a:p>
            <a:pPr algn="just"/>
            <a:r>
              <a:rPr lang="tr-TR" sz="1400" dirty="0"/>
              <a:t>   1. 3 Mart 1340 tarihli ve 430 sayılı Tevhidi Tedrisat Kanunu;</a:t>
            </a:r>
          </a:p>
          <a:p>
            <a:pPr algn="just"/>
            <a:r>
              <a:rPr lang="tr-TR" sz="1400" dirty="0"/>
              <a:t>   2. 25 </a:t>
            </a:r>
            <a:r>
              <a:rPr lang="tr-TR" sz="1400" dirty="0" err="1"/>
              <a:t>Teşrinisâni</a:t>
            </a:r>
            <a:r>
              <a:rPr lang="tr-TR" sz="1400" dirty="0"/>
              <a:t> 1341 tarihli ve 671 sayılı Şapka </a:t>
            </a:r>
            <a:r>
              <a:rPr lang="tr-TR" sz="1400" dirty="0" err="1"/>
              <a:t>İktisâsı</a:t>
            </a:r>
            <a:r>
              <a:rPr lang="tr-TR" sz="1400" dirty="0"/>
              <a:t> Hakkında Kanun;</a:t>
            </a:r>
          </a:p>
          <a:p>
            <a:pPr algn="just"/>
            <a:r>
              <a:rPr lang="tr-TR" sz="1400" dirty="0"/>
              <a:t>   3. 30 </a:t>
            </a:r>
            <a:r>
              <a:rPr lang="tr-TR" sz="1400" dirty="0" err="1"/>
              <a:t>Teşrinisâni</a:t>
            </a:r>
            <a:r>
              <a:rPr lang="tr-TR" sz="1400" dirty="0"/>
              <a:t> 1341 tarihli ve 677 sayılı Tekke ve Zaviyelerle Türbelerin Seddine ve Türbedarlıklar ile Bir Takım Unvanların Men ve İlgasına Dair Kanun;</a:t>
            </a:r>
          </a:p>
          <a:p>
            <a:pPr algn="just"/>
            <a:r>
              <a:rPr lang="tr-TR" sz="1400" dirty="0"/>
              <a:t>   4. 17 Şubat 1926 tarihli ve 743 sayılı Türk Kanunu Medenisiyle kabul edilen, evlenme akdinin evlendirme memuru önünde yapılacağına dair medenî nikâh esası ile aynı kanunun 110 uncu maddesi hükmü;</a:t>
            </a:r>
          </a:p>
          <a:p>
            <a:pPr algn="just"/>
            <a:r>
              <a:rPr lang="tr-TR" sz="1400" dirty="0"/>
              <a:t>   5. 20 Mayıs 1928 tarihli ve 1288 sayılı Beynelmilel </a:t>
            </a:r>
            <a:r>
              <a:rPr lang="tr-TR" sz="1400" dirty="0" err="1"/>
              <a:t>Erkamın</a:t>
            </a:r>
            <a:r>
              <a:rPr lang="tr-TR" sz="1400" dirty="0"/>
              <a:t> Kabulü Hakkında Kanun;</a:t>
            </a:r>
          </a:p>
          <a:p>
            <a:pPr algn="just"/>
            <a:r>
              <a:rPr lang="tr-TR" sz="1400" dirty="0"/>
              <a:t>   6. 1 </a:t>
            </a:r>
            <a:r>
              <a:rPr lang="tr-TR" sz="1400" dirty="0" err="1"/>
              <a:t>Teşrinisâni</a:t>
            </a:r>
            <a:r>
              <a:rPr lang="tr-TR" sz="1400" dirty="0"/>
              <a:t> 1928 tarihli ve 1353 sayılı Türk Harflerinin Kabul ve Tatbiki Hakkında Kanun;</a:t>
            </a:r>
          </a:p>
          <a:p>
            <a:pPr algn="just"/>
            <a:r>
              <a:rPr lang="tr-TR" sz="1400" dirty="0"/>
              <a:t>   7. 26 </a:t>
            </a:r>
            <a:r>
              <a:rPr lang="tr-TR" sz="1400" dirty="0" err="1"/>
              <a:t>Teşrinisâni</a:t>
            </a:r>
            <a:r>
              <a:rPr lang="tr-TR" sz="1400" dirty="0"/>
              <a:t> 1934 tarihli ve 2590 sayılı Efendi, Bey, Paşa Gibi Lâkap ve Unvanların Kaldırıldığına Dair Kanun;</a:t>
            </a:r>
          </a:p>
          <a:p>
            <a:pPr algn="just"/>
            <a:r>
              <a:rPr lang="tr-TR" sz="1400" dirty="0"/>
              <a:t>   8. 3 Kânunuevvel 1934 tarihli ve 2596 sayılı Bazı Kisvelerin Giyilemeyeceğine Dair Kanun.</a:t>
            </a:r>
          </a:p>
        </p:txBody>
      </p:sp>
      <p:sp>
        <p:nvSpPr>
          <p:cNvPr id="4" name="Content Placeholder 2">
            <a:extLst>
              <a:ext uri="{FF2B5EF4-FFF2-40B4-BE49-F238E27FC236}">
                <a16:creationId xmlns:a16="http://schemas.microsoft.com/office/drawing/2014/main" id="{CD82CD4E-3B42-CBF8-1A3C-250EDF68E53D}"/>
              </a:ext>
            </a:extLst>
          </p:cNvPr>
          <p:cNvSpPr txBox="1">
            <a:spLocks/>
          </p:cNvSpPr>
          <p:nvPr/>
        </p:nvSpPr>
        <p:spPr>
          <a:xfrm>
            <a:off x="1147520" y="23501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a:t>Anayasa m. 174:</a:t>
            </a:r>
          </a:p>
          <a:p>
            <a:endParaRPr lang="en-US" dirty="0"/>
          </a:p>
        </p:txBody>
      </p:sp>
    </p:spTree>
    <p:extLst>
      <p:ext uri="{BB962C8B-B14F-4D97-AF65-F5344CB8AC3E}">
        <p14:creationId xmlns:p14="http://schemas.microsoft.com/office/powerpoint/2010/main" val="444387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C733C-A060-B442-25B3-342CC2EB124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662ABE-BCF6-2D93-F58F-BC043FDA29C4}"/>
              </a:ext>
            </a:extLst>
          </p:cNvPr>
          <p:cNvSpPr>
            <a:spLocks noGrp="1"/>
          </p:cNvSpPr>
          <p:nvPr>
            <p:ph idx="1"/>
          </p:nvPr>
        </p:nvSpPr>
        <p:spPr>
          <a:xfrm>
            <a:off x="465852" y="1581364"/>
            <a:ext cx="7057000" cy="4024779"/>
          </a:xfrm>
        </p:spPr>
        <p:txBody>
          <a:bodyPr/>
          <a:lstStyle/>
          <a:p>
            <a:pPr algn="just"/>
            <a:endParaRPr lang="tr-TR" sz="1600" b="1" dirty="0"/>
          </a:p>
          <a:p>
            <a:pPr marL="285750" indent="-285750" algn="just">
              <a:lnSpc>
                <a:spcPct val="200000"/>
              </a:lnSpc>
              <a:buFont typeface="Arial" panose="020B0604020202020204" pitchFamily="34" charset="0"/>
              <a:buChar char="•"/>
            </a:pPr>
            <a:r>
              <a:rPr lang="tr-TR" sz="2000" b="1" dirty="0"/>
              <a:t>Kural: 148/1</a:t>
            </a:r>
          </a:p>
          <a:p>
            <a:pPr marL="633222" lvl="1" indent="-285750" algn="just">
              <a:lnSpc>
                <a:spcPct val="200000"/>
              </a:lnSpc>
            </a:pPr>
            <a:r>
              <a:rPr lang="tr-TR" sz="1600" b="1" dirty="0"/>
              <a:t>Şekli anlamda kanun</a:t>
            </a:r>
          </a:p>
          <a:p>
            <a:pPr marL="633222" lvl="1" indent="-285750" algn="just">
              <a:lnSpc>
                <a:spcPct val="200000"/>
              </a:lnSpc>
            </a:pPr>
            <a:r>
              <a:rPr lang="tr-TR" sz="1600" b="1" dirty="0"/>
              <a:t>Maddi anlamda kanun</a:t>
            </a:r>
          </a:p>
          <a:p>
            <a:pPr marL="285750" indent="-285750" algn="just">
              <a:lnSpc>
                <a:spcPct val="200000"/>
              </a:lnSpc>
              <a:buFont typeface="Arial" panose="020B0604020202020204" pitchFamily="34" charset="0"/>
              <a:buChar char="•"/>
            </a:pPr>
            <a:r>
              <a:rPr lang="tr-TR" sz="2000" b="1" dirty="0"/>
              <a:t>İstisna: </a:t>
            </a:r>
          </a:p>
          <a:p>
            <a:pPr marL="633222" lvl="1" indent="-285750" algn="just">
              <a:lnSpc>
                <a:spcPct val="200000"/>
              </a:lnSpc>
            </a:pPr>
            <a:r>
              <a:rPr lang="tr-TR" sz="1600" b="1" dirty="0"/>
              <a:t>Anayasa m. 174</a:t>
            </a:r>
          </a:p>
          <a:p>
            <a:pPr marL="633222" lvl="1" indent="-285750" algn="just">
              <a:lnSpc>
                <a:spcPct val="200000"/>
              </a:lnSpc>
            </a:pPr>
            <a:r>
              <a:rPr lang="tr-TR" sz="1600" b="1" dirty="0"/>
              <a:t>Anayasa m. 148</a:t>
            </a:r>
          </a:p>
        </p:txBody>
      </p:sp>
      <p:sp>
        <p:nvSpPr>
          <p:cNvPr id="4" name="Content Placeholder 2">
            <a:extLst>
              <a:ext uri="{FF2B5EF4-FFF2-40B4-BE49-F238E27FC236}">
                <a16:creationId xmlns:a16="http://schemas.microsoft.com/office/drawing/2014/main" id="{A90026B3-0BFB-A772-1B40-B372CFC4B7B6}"/>
              </a:ext>
            </a:extLst>
          </p:cNvPr>
          <p:cNvSpPr txBox="1">
            <a:spLocks/>
          </p:cNvSpPr>
          <p:nvPr/>
        </p:nvSpPr>
        <p:spPr>
          <a:xfrm>
            <a:off x="1147520" y="76841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a:t>Kanun</a:t>
            </a:r>
          </a:p>
          <a:p>
            <a:endParaRPr lang="en-US" dirty="0"/>
          </a:p>
        </p:txBody>
      </p:sp>
    </p:spTree>
    <p:extLst>
      <p:ext uri="{BB962C8B-B14F-4D97-AF65-F5344CB8AC3E}">
        <p14:creationId xmlns:p14="http://schemas.microsoft.com/office/powerpoint/2010/main" val="1508265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9150B-12B6-1E36-D454-FFE02DD80E5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20D809-CEF3-44C2-34B1-B6F6EF46A716}"/>
              </a:ext>
            </a:extLst>
          </p:cNvPr>
          <p:cNvSpPr>
            <a:spLocks noGrp="1"/>
          </p:cNvSpPr>
          <p:nvPr>
            <p:ph idx="1"/>
          </p:nvPr>
        </p:nvSpPr>
        <p:spPr>
          <a:xfrm>
            <a:off x="472611" y="1962364"/>
            <a:ext cx="7057000" cy="2931953"/>
          </a:xfrm>
        </p:spPr>
        <p:txBody>
          <a:bodyPr/>
          <a:lstStyle/>
          <a:p>
            <a:pPr algn="just"/>
            <a:r>
              <a:rPr lang="tr-TR" sz="1600" dirty="0"/>
              <a:t>	Kanunların şekil bakımından denetlenmesi, son oylamanın, öngörülen çoğunlukla yapılıp yapılmadığı; Anayasa değişikliklerinde ise, teklif ve oylama çoğunluğuna ve ivedilikle görüşülemeyeceği şartına uyulup uyulmadığı hususları ile sınırlıdır. Şekil bakımından denetleme, Cumhurbaşkanınca veya Türkiye Büyük Millet Meclisi üyelerinin beşte biri tarafından istenebilir. Kanunun yayımlandığı tarihten itibaren on gün geçtikten sonra, şekil bozukluğuna dayalı iptal davası açılamaz; def'i yoluyla da ileri sürülemez.</a:t>
            </a:r>
          </a:p>
          <a:p>
            <a:pPr algn="just"/>
            <a:endParaRPr lang="tr-TR" sz="1600" dirty="0"/>
          </a:p>
        </p:txBody>
      </p:sp>
      <p:sp>
        <p:nvSpPr>
          <p:cNvPr id="4" name="Content Placeholder 2">
            <a:extLst>
              <a:ext uri="{FF2B5EF4-FFF2-40B4-BE49-F238E27FC236}">
                <a16:creationId xmlns:a16="http://schemas.microsoft.com/office/drawing/2014/main" id="{82905800-A51F-2234-A8F3-DB3080F5F0F0}"/>
              </a:ext>
            </a:extLst>
          </p:cNvPr>
          <p:cNvSpPr txBox="1">
            <a:spLocks/>
          </p:cNvSpPr>
          <p:nvPr/>
        </p:nvSpPr>
        <p:spPr>
          <a:xfrm>
            <a:off x="1147520" y="76841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a:t>Anayasa m. 148/2:</a:t>
            </a:r>
          </a:p>
          <a:p>
            <a:endParaRPr lang="en-US" dirty="0"/>
          </a:p>
        </p:txBody>
      </p:sp>
    </p:spTree>
    <p:extLst>
      <p:ext uri="{BB962C8B-B14F-4D97-AF65-F5344CB8AC3E}">
        <p14:creationId xmlns:p14="http://schemas.microsoft.com/office/powerpoint/2010/main" val="595185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8F6B0-363E-0083-77F6-D91A9F06ABF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BABF2E-BDA8-501E-6A46-7D5BF3C33BC6}"/>
              </a:ext>
            </a:extLst>
          </p:cNvPr>
          <p:cNvSpPr>
            <a:spLocks noGrp="1"/>
          </p:cNvSpPr>
          <p:nvPr>
            <p:ph idx="1"/>
          </p:nvPr>
        </p:nvSpPr>
        <p:spPr>
          <a:xfrm>
            <a:off x="472611" y="1962364"/>
            <a:ext cx="7057000" cy="2931953"/>
          </a:xfrm>
        </p:spPr>
        <p:txBody>
          <a:bodyPr/>
          <a:lstStyle/>
          <a:p>
            <a:pPr algn="just"/>
            <a:r>
              <a:rPr lang="tr-TR" sz="1600" b="1" dirty="0"/>
              <a:t>Geçici Madde 21:</a:t>
            </a:r>
          </a:p>
          <a:p>
            <a:pPr algn="just"/>
            <a:r>
              <a:rPr lang="tr-TR" sz="1600" dirty="0"/>
              <a:t>F) Bu Kanunun yürürlüğe girdiği tarihte yürürlükte bulunan </a:t>
            </a:r>
            <a:r>
              <a:rPr lang="tr-TR" sz="1600" b="1" dirty="0"/>
              <a:t>kanun hükmünde kararnameler,</a:t>
            </a:r>
            <a:r>
              <a:rPr lang="tr-TR" sz="1600" dirty="0"/>
              <a:t> tüzükler, Başbakanlık ve Bakanlar Kurulu tarafından çıkarılan yönetmelikler ile diğer düzenleyici işlemler yürürlükten kaldırılmadıkça geçerliliğini sürdürür. Yürürlükte bulunan kanun hükmünde kararnameler hakkında 152 </a:t>
            </a:r>
            <a:r>
              <a:rPr lang="tr-TR" sz="1600" dirty="0" err="1"/>
              <a:t>nci</a:t>
            </a:r>
            <a:r>
              <a:rPr lang="tr-TR" sz="1600" dirty="0"/>
              <a:t> ve 153 üncü maddelerin uygulanmasına devam olunur.</a:t>
            </a:r>
          </a:p>
        </p:txBody>
      </p:sp>
      <p:sp>
        <p:nvSpPr>
          <p:cNvPr id="4" name="Content Placeholder 2">
            <a:extLst>
              <a:ext uri="{FF2B5EF4-FFF2-40B4-BE49-F238E27FC236}">
                <a16:creationId xmlns:a16="http://schemas.microsoft.com/office/drawing/2014/main" id="{716F61EF-4FA3-4994-16B2-415FC67F21CF}"/>
              </a:ext>
            </a:extLst>
          </p:cNvPr>
          <p:cNvSpPr txBox="1">
            <a:spLocks/>
          </p:cNvSpPr>
          <p:nvPr/>
        </p:nvSpPr>
        <p:spPr>
          <a:xfrm>
            <a:off x="1147520" y="76841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a:t>Kanun Hükmünde Kararnameler</a:t>
            </a:r>
          </a:p>
          <a:p>
            <a:endParaRPr lang="en-US" dirty="0"/>
          </a:p>
        </p:txBody>
      </p:sp>
    </p:spTree>
    <p:extLst>
      <p:ext uri="{BB962C8B-B14F-4D97-AF65-F5344CB8AC3E}">
        <p14:creationId xmlns:p14="http://schemas.microsoft.com/office/powerpoint/2010/main" val="2578867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47016-85B4-32D4-FE16-5CCD5E5AF20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BA1F13-3705-132E-E9F7-98A35C495C75}"/>
              </a:ext>
            </a:extLst>
          </p:cNvPr>
          <p:cNvSpPr>
            <a:spLocks noGrp="1"/>
          </p:cNvSpPr>
          <p:nvPr>
            <p:ph idx="1"/>
          </p:nvPr>
        </p:nvSpPr>
        <p:spPr>
          <a:xfrm>
            <a:off x="472611" y="1962364"/>
            <a:ext cx="7057000" cy="2931953"/>
          </a:xfrm>
        </p:spPr>
        <p:txBody>
          <a:bodyPr/>
          <a:lstStyle/>
          <a:p>
            <a:pPr algn="just"/>
            <a:endParaRPr lang="tr-TR" sz="1600" b="1" dirty="0"/>
          </a:p>
          <a:p>
            <a:pPr marL="285750" indent="-285750" algn="just">
              <a:lnSpc>
                <a:spcPct val="200000"/>
              </a:lnSpc>
              <a:buFont typeface="Arial" panose="020B0604020202020204" pitchFamily="34" charset="0"/>
              <a:buChar char="•"/>
            </a:pPr>
            <a:r>
              <a:rPr lang="tr-TR" sz="1800" b="1" dirty="0"/>
              <a:t>Anayasa m. 104/17</a:t>
            </a:r>
          </a:p>
          <a:p>
            <a:pPr marL="285750" indent="-285750" algn="just">
              <a:lnSpc>
                <a:spcPct val="200000"/>
              </a:lnSpc>
              <a:buFont typeface="Arial" panose="020B0604020202020204" pitchFamily="34" charset="0"/>
              <a:buChar char="•"/>
            </a:pPr>
            <a:r>
              <a:rPr lang="tr-TR" sz="1800" b="1" dirty="0"/>
              <a:t>Anayasa m. 104/9, 106/11, 108/4, 118/6, 123/3</a:t>
            </a:r>
          </a:p>
          <a:p>
            <a:pPr marL="285750" indent="-285750" algn="just">
              <a:lnSpc>
                <a:spcPct val="200000"/>
              </a:lnSpc>
              <a:buFont typeface="Arial" panose="020B0604020202020204" pitchFamily="34" charset="0"/>
              <a:buChar char="•"/>
            </a:pPr>
            <a:endParaRPr lang="tr-TR" sz="1800" b="1" dirty="0"/>
          </a:p>
          <a:p>
            <a:pPr marL="285750" indent="-285750" algn="just">
              <a:lnSpc>
                <a:spcPct val="200000"/>
              </a:lnSpc>
              <a:buFont typeface="Arial" panose="020B0604020202020204" pitchFamily="34" charset="0"/>
              <a:buChar char="•"/>
            </a:pPr>
            <a:r>
              <a:rPr lang="tr-TR" sz="1800" b="1" dirty="0"/>
              <a:t>OHAL </a:t>
            </a:r>
            <a:r>
              <a:rPr lang="tr-TR" sz="1800" b="1" dirty="0" err="1"/>
              <a:t>CBKları</a:t>
            </a:r>
            <a:r>
              <a:rPr lang="tr-TR" sz="1800" b="1" dirty="0"/>
              <a:t>?</a:t>
            </a:r>
          </a:p>
        </p:txBody>
      </p:sp>
      <p:sp>
        <p:nvSpPr>
          <p:cNvPr id="4" name="Content Placeholder 2">
            <a:extLst>
              <a:ext uri="{FF2B5EF4-FFF2-40B4-BE49-F238E27FC236}">
                <a16:creationId xmlns:a16="http://schemas.microsoft.com/office/drawing/2014/main" id="{C5C0E23F-625A-D232-3DA5-980020892B29}"/>
              </a:ext>
            </a:extLst>
          </p:cNvPr>
          <p:cNvSpPr txBox="1">
            <a:spLocks/>
          </p:cNvSpPr>
          <p:nvPr/>
        </p:nvSpPr>
        <p:spPr>
          <a:xfrm>
            <a:off x="1147520" y="76841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a:t>Cumhurbaşkanlığı Kararnameleri</a:t>
            </a:r>
          </a:p>
          <a:p>
            <a:endParaRPr lang="en-US" dirty="0"/>
          </a:p>
        </p:txBody>
      </p:sp>
    </p:spTree>
    <p:extLst>
      <p:ext uri="{BB962C8B-B14F-4D97-AF65-F5344CB8AC3E}">
        <p14:creationId xmlns:p14="http://schemas.microsoft.com/office/powerpoint/2010/main" val="34782022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DFB28-4E72-AA66-DC2D-60FBF4352CE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E366F2-885A-5B7F-5B4A-F8CD1E739350}"/>
              </a:ext>
            </a:extLst>
          </p:cNvPr>
          <p:cNvSpPr>
            <a:spLocks noGrp="1"/>
          </p:cNvSpPr>
          <p:nvPr>
            <p:ph idx="1"/>
          </p:nvPr>
        </p:nvSpPr>
        <p:spPr>
          <a:xfrm>
            <a:off x="177173" y="1091507"/>
            <a:ext cx="7497255" cy="5265750"/>
          </a:xfrm>
        </p:spPr>
        <p:txBody>
          <a:bodyPr/>
          <a:lstStyle/>
          <a:p>
            <a:pPr algn="just"/>
            <a:r>
              <a:rPr lang="tr-TR" sz="1600" dirty="0"/>
              <a:t>	Cumhurbaşkanı, yürütme yetkisine ilişkin konularda Cumhurbaşkanlığı kararnamesi çıkarabilir. </a:t>
            </a:r>
          </a:p>
          <a:p>
            <a:pPr algn="just"/>
            <a:r>
              <a:rPr lang="tr-TR" sz="1600" dirty="0"/>
              <a:t>	Anayasanın ikinci kısmının birinci ve ikinci bölümlerinde yer alan temel haklar, kişi hakları ve ödevleriyle dördüncü bölümde yer alan siyasi haklar ve ödevler Cumhurbaşkanlığı kararnamesiyle düzenlenemez. </a:t>
            </a:r>
          </a:p>
          <a:p>
            <a:pPr algn="just"/>
            <a:r>
              <a:rPr lang="tr-TR" sz="1600" dirty="0"/>
              <a:t>	Anayasada münhasıran kanunla düzenlenmesi öngörülen konularda Cumhurbaşkanlığı kararnamesi çıkarılamaz. </a:t>
            </a:r>
          </a:p>
          <a:p>
            <a:pPr algn="just"/>
            <a:r>
              <a:rPr lang="tr-TR" sz="1600" dirty="0"/>
              <a:t>	Kanunda açıkça düzenlenen konularda Cumhurbaşkanlığı kararnamesi çıkarılamaz. </a:t>
            </a:r>
          </a:p>
          <a:p>
            <a:pPr algn="just"/>
            <a:r>
              <a:rPr lang="tr-TR" sz="1600" dirty="0"/>
              <a:t>	Cumhurbaşkanlığı kararnamesi ile kanunlarda farklı hükümler bulunması halinde, kanun hükümleri uygulanır. </a:t>
            </a:r>
          </a:p>
          <a:p>
            <a:pPr algn="just"/>
            <a:r>
              <a:rPr lang="tr-TR" sz="1600" dirty="0"/>
              <a:t>	Türkiye Büyük Millet Meclisinin aynı konuda kanun çıkarması durumunda, Cumhurbaşkanlığı kararnamesi hükümsüz hale gelir.</a:t>
            </a:r>
          </a:p>
          <a:p>
            <a:pPr algn="just"/>
            <a:endParaRPr lang="tr-TR" sz="1600" dirty="0"/>
          </a:p>
        </p:txBody>
      </p:sp>
      <p:sp>
        <p:nvSpPr>
          <p:cNvPr id="4" name="Content Placeholder 2">
            <a:extLst>
              <a:ext uri="{FF2B5EF4-FFF2-40B4-BE49-F238E27FC236}">
                <a16:creationId xmlns:a16="http://schemas.microsoft.com/office/drawing/2014/main" id="{A6FB1EE4-D003-D8FC-FE5F-692D67B3C965}"/>
              </a:ext>
            </a:extLst>
          </p:cNvPr>
          <p:cNvSpPr txBox="1">
            <a:spLocks/>
          </p:cNvSpPr>
          <p:nvPr/>
        </p:nvSpPr>
        <p:spPr>
          <a:xfrm>
            <a:off x="1136634" y="290190"/>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a:t>Anayasa m. 104/17:</a:t>
            </a:r>
          </a:p>
          <a:p>
            <a:endParaRPr lang="en-US" dirty="0"/>
          </a:p>
        </p:txBody>
      </p:sp>
    </p:spTree>
    <p:extLst>
      <p:ext uri="{BB962C8B-B14F-4D97-AF65-F5344CB8AC3E}">
        <p14:creationId xmlns:p14="http://schemas.microsoft.com/office/powerpoint/2010/main" val="26335273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5EB7A-85DA-5075-230F-E0B6EC9ED03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56A43AD-870B-58BD-BE66-CD06C958031A}"/>
              </a:ext>
            </a:extLst>
          </p:cNvPr>
          <p:cNvSpPr>
            <a:spLocks noGrp="1"/>
          </p:cNvSpPr>
          <p:nvPr>
            <p:ph idx="1"/>
          </p:nvPr>
        </p:nvSpPr>
        <p:spPr>
          <a:xfrm>
            <a:off x="465852" y="1853507"/>
            <a:ext cx="7057000" cy="3415179"/>
          </a:xfrm>
        </p:spPr>
        <p:txBody>
          <a:bodyPr/>
          <a:lstStyle/>
          <a:p>
            <a:pPr algn="just"/>
            <a:r>
              <a:rPr lang="tr-TR" sz="1600" b="1" dirty="0"/>
              <a:t>	</a:t>
            </a:r>
            <a:endParaRPr lang="tr-TR" sz="1600" dirty="0"/>
          </a:p>
          <a:p>
            <a:pPr marL="971550" lvl="2" indent="-285750" algn="just">
              <a:lnSpc>
                <a:spcPct val="200000"/>
              </a:lnSpc>
            </a:pPr>
            <a:r>
              <a:rPr lang="tr-TR" b="1" dirty="0"/>
              <a:t>Şekil yönünden denetim</a:t>
            </a:r>
          </a:p>
          <a:p>
            <a:pPr algn="just"/>
            <a:r>
              <a:rPr lang="tr-TR" sz="1600" b="1" dirty="0"/>
              <a:t>	Anayasa m. 148:</a:t>
            </a:r>
          </a:p>
          <a:p>
            <a:pPr algn="just">
              <a:lnSpc>
                <a:spcPct val="200000"/>
              </a:lnSpc>
            </a:pPr>
            <a:r>
              <a:rPr lang="tr-TR" sz="1600" dirty="0"/>
              <a:t>	«…Anayasa değişikliklerini ise sadece şekil bakımından inceler ve denetler. </a:t>
            </a:r>
          </a:p>
          <a:p>
            <a:pPr algn="just">
              <a:lnSpc>
                <a:spcPct val="200000"/>
              </a:lnSpc>
            </a:pPr>
            <a:r>
              <a:rPr lang="tr-TR" sz="1600" dirty="0"/>
              <a:t>	… Anayasa değişikliklerinde ise, teklif ve oylama çoğunluğuna ve ivedilikle görüşülemeyeceği şartına uyulup uyulmadığı hususları ile sınırlıdır.»</a:t>
            </a:r>
          </a:p>
        </p:txBody>
      </p:sp>
      <p:sp>
        <p:nvSpPr>
          <p:cNvPr id="4" name="Content Placeholder 2">
            <a:extLst>
              <a:ext uri="{FF2B5EF4-FFF2-40B4-BE49-F238E27FC236}">
                <a16:creationId xmlns:a16="http://schemas.microsoft.com/office/drawing/2014/main" id="{7F65B48D-6431-F766-393E-C70A33D74086}"/>
              </a:ext>
            </a:extLst>
          </p:cNvPr>
          <p:cNvSpPr txBox="1">
            <a:spLocks/>
          </p:cNvSpPr>
          <p:nvPr/>
        </p:nvSpPr>
        <p:spPr>
          <a:xfrm>
            <a:off x="1147520" y="76841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a:t>Anayasa Değişiklikleri =</a:t>
            </a:r>
          </a:p>
          <a:p>
            <a:r>
              <a:rPr lang="tr-TR" sz="2800" b="1" dirty="0"/>
              <a:t>Tali kurucu iktidarın sınırları</a:t>
            </a:r>
          </a:p>
          <a:p>
            <a:endParaRPr lang="en-US" dirty="0"/>
          </a:p>
        </p:txBody>
      </p:sp>
    </p:spTree>
    <p:extLst>
      <p:ext uri="{BB962C8B-B14F-4D97-AF65-F5344CB8AC3E}">
        <p14:creationId xmlns:p14="http://schemas.microsoft.com/office/powerpoint/2010/main" val="2066553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41268-2123-0385-EEBE-FFF83318BAE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E4AD75-1FE7-79F8-728B-6D73C56A76A7}"/>
              </a:ext>
            </a:extLst>
          </p:cNvPr>
          <p:cNvSpPr>
            <a:spLocks noGrp="1"/>
          </p:cNvSpPr>
          <p:nvPr>
            <p:ph idx="1"/>
          </p:nvPr>
        </p:nvSpPr>
        <p:spPr>
          <a:xfrm>
            <a:off x="472611" y="1962364"/>
            <a:ext cx="7057000" cy="2931953"/>
          </a:xfrm>
        </p:spPr>
        <p:txBody>
          <a:bodyPr/>
          <a:lstStyle/>
          <a:p>
            <a:pPr marL="285750" indent="-285750" algn="just">
              <a:lnSpc>
                <a:spcPct val="200000"/>
              </a:lnSpc>
              <a:buFont typeface="Arial" panose="020B0604020202020204" pitchFamily="34" charset="0"/>
              <a:buChar char="•"/>
            </a:pPr>
            <a:r>
              <a:rPr lang="tr-TR" sz="1600" b="1" dirty="0"/>
              <a:t>Esas yönünden </a:t>
            </a:r>
            <a:r>
              <a:rPr lang="tr-TR" sz="1600" b="1" dirty="0">
                <a:solidFill>
                  <a:srgbClr val="FF0000"/>
                </a:solidFill>
              </a:rPr>
              <a:t>denetlenemez</a:t>
            </a:r>
            <a:r>
              <a:rPr lang="tr-TR" sz="1600" b="1" dirty="0"/>
              <a:t> </a:t>
            </a:r>
          </a:p>
          <a:p>
            <a:pPr marL="747522" lvl="1" indent="-400050" algn="just">
              <a:lnSpc>
                <a:spcPct val="200000"/>
              </a:lnSpc>
              <a:buFont typeface="+mj-lt"/>
              <a:buAutoNum type="romanLcPeriod"/>
            </a:pPr>
            <a:r>
              <a:rPr lang="tr-TR" sz="1400" b="1" dirty="0"/>
              <a:t>Eşdeğer normlar</a:t>
            </a:r>
          </a:p>
          <a:p>
            <a:pPr marL="747522" lvl="1" indent="-400050" algn="just">
              <a:lnSpc>
                <a:spcPct val="200000"/>
              </a:lnSpc>
              <a:buFont typeface="+mj-lt"/>
              <a:buAutoNum type="romanLcPeriod"/>
            </a:pPr>
            <a:r>
              <a:rPr lang="tr-TR" sz="1400" b="1" dirty="0"/>
              <a:t>Yasak</a:t>
            </a:r>
            <a:endParaRPr lang="tr-TR" sz="1600" b="1" dirty="0"/>
          </a:p>
          <a:p>
            <a:pPr marL="285750" indent="-285750" algn="just">
              <a:lnSpc>
                <a:spcPct val="200000"/>
              </a:lnSpc>
              <a:buFont typeface="Arial" panose="020B0604020202020204" pitchFamily="34" charset="0"/>
              <a:buChar char="•"/>
            </a:pPr>
            <a:r>
              <a:rPr lang="tr-TR" sz="1600" b="1" dirty="0"/>
              <a:t>Esas yönünden </a:t>
            </a:r>
            <a:r>
              <a:rPr lang="tr-TR" sz="1600" b="1" dirty="0">
                <a:solidFill>
                  <a:srgbClr val="FF0000"/>
                </a:solidFill>
              </a:rPr>
              <a:t>denetlenebilir</a:t>
            </a:r>
          </a:p>
          <a:p>
            <a:pPr marL="747522" lvl="1" indent="-400050" algn="just">
              <a:lnSpc>
                <a:spcPct val="200000"/>
              </a:lnSpc>
              <a:buFont typeface="+mj-lt"/>
              <a:buAutoNum type="romanLcPeriod"/>
            </a:pPr>
            <a:r>
              <a:rPr lang="tr-TR" sz="1400" b="1" dirty="0"/>
              <a:t>Anayasanın üstünde bazı normlar ve değerler olduğu</a:t>
            </a:r>
          </a:p>
          <a:p>
            <a:pPr marL="747522" lvl="1" indent="-400050" algn="just">
              <a:lnSpc>
                <a:spcPct val="200000"/>
              </a:lnSpc>
              <a:buFont typeface="+mj-lt"/>
              <a:buAutoNum type="romanLcPeriod"/>
            </a:pPr>
            <a:r>
              <a:rPr lang="tr-TR" sz="1400" b="1" dirty="0"/>
              <a:t>Anayasa-içi hiyerarşi olduğu</a:t>
            </a:r>
          </a:p>
        </p:txBody>
      </p:sp>
      <p:sp>
        <p:nvSpPr>
          <p:cNvPr id="4" name="Content Placeholder 2">
            <a:extLst>
              <a:ext uri="{FF2B5EF4-FFF2-40B4-BE49-F238E27FC236}">
                <a16:creationId xmlns:a16="http://schemas.microsoft.com/office/drawing/2014/main" id="{5D2D3DF2-39BA-5D67-1782-387EA0C7E89F}"/>
              </a:ext>
            </a:extLst>
          </p:cNvPr>
          <p:cNvSpPr txBox="1">
            <a:spLocks/>
          </p:cNvSpPr>
          <p:nvPr/>
        </p:nvSpPr>
        <p:spPr>
          <a:xfrm>
            <a:off x="1147520" y="76841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a:t>Anayasa Değişiklikleri</a:t>
            </a:r>
          </a:p>
          <a:p>
            <a:endParaRPr lang="en-US" dirty="0"/>
          </a:p>
        </p:txBody>
      </p:sp>
    </p:spTree>
    <p:extLst>
      <p:ext uri="{BB962C8B-B14F-4D97-AF65-F5344CB8AC3E}">
        <p14:creationId xmlns:p14="http://schemas.microsoft.com/office/powerpoint/2010/main" val="866997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F9E66-459E-A0B8-F49E-2B3BD050B31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D81E60-04FA-E669-06E7-23BC2EAEB02C}"/>
              </a:ext>
            </a:extLst>
          </p:cNvPr>
          <p:cNvSpPr>
            <a:spLocks noGrp="1"/>
          </p:cNvSpPr>
          <p:nvPr>
            <p:ph idx="1"/>
          </p:nvPr>
        </p:nvSpPr>
        <p:spPr>
          <a:xfrm>
            <a:off x="472611" y="1962364"/>
            <a:ext cx="7057000" cy="2931953"/>
          </a:xfrm>
        </p:spPr>
        <p:txBody>
          <a:bodyPr/>
          <a:lstStyle/>
          <a:p>
            <a:pPr algn="just"/>
            <a:endParaRPr lang="tr-TR" sz="1600" b="1" dirty="0"/>
          </a:p>
          <a:p>
            <a:pPr marL="285750" indent="-285750" algn="just">
              <a:lnSpc>
                <a:spcPct val="200000"/>
              </a:lnSpc>
              <a:buFont typeface="Arial" panose="020B0604020202020204" pitchFamily="34" charset="0"/>
              <a:buChar char="•"/>
            </a:pPr>
            <a:r>
              <a:rPr lang="tr-TR" sz="1800" b="1" dirty="0"/>
              <a:t>Kural: Denetime tabi değil</a:t>
            </a:r>
          </a:p>
          <a:p>
            <a:pPr marL="285750" indent="-285750" algn="just">
              <a:lnSpc>
                <a:spcPct val="200000"/>
              </a:lnSpc>
              <a:buFont typeface="Arial" panose="020B0604020202020204" pitchFamily="34" charset="0"/>
              <a:buChar char="•"/>
            </a:pPr>
            <a:r>
              <a:rPr lang="tr-TR" sz="1800" b="1" dirty="0"/>
              <a:t>İstisna: İki durum : </a:t>
            </a:r>
          </a:p>
          <a:p>
            <a:pPr marL="747522" lvl="1" indent="-400050" algn="just">
              <a:lnSpc>
                <a:spcPct val="200000"/>
              </a:lnSpc>
              <a:buFont typeface="+mj-lt"/>
              <a:buAutoNum type="romanLcPeriod"/>
            </a:pPr>
            <a:r>
              <a:rPr lang="tr-TR" sz="1400" b="1" dirty="0"/>
              <a:t>Anayasada denetlenebileceği öngörülen parlamento kararları</a:t>
            </a:r>
          </a:p>
          <a:p>
            <a:pPr marL="747522" lvl="1" indent="-400050" algn="just">
              <a:lnSpc>
                <a:spcPct val="200000"/>
              </a:lnSpc>
              <a:buFont typeface="+mj-lt"/>
              <a:buAutoNum type="romanLcPeriod"/>
            </a:pPr>
            <a:r>
              <a:rPr lang="tr-TR" sz="1400" b="1" dirty="0"/>
              <a:t>Maddi anlamda kanun/parlamento kararı</a:t>
            </a:r>
          </a:p>
        </p:txBody>
      </p:sp>
      <p:sp>
        <p:nvSpPr>
          <p:cNvPr id="4" name="Content Placeholder 2">
            <a:extLst>
              <a:ext uri="{FF2B5EF4-FFF2-40B4-BE49-F238E27FC236}">
                <a16:creationId xmlns:a16="http://schemas.microsoft.com/office/drawing/2014/main" id="{0B83F13A-D4FD-F835-4E41-C939CCFDA61D}"/>
              </a:ext>
            </a:extLst>
          </p:cNvPr>
          <p:cNvSpPr txBox="1">
            <a:spLocks/>
          </p:cNvSpPr>
          <p:nvPr/>
        </p:nvSpPr>
        <p:spPr>
          <a:xfrm>
            <a:off x="1147520" y="76841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a:t>Parlamento Kararları</a:t>
            </a:r>
          </a:p>
          <a:p>
            <a:endParaRPr lang="en-US" dirty="0"/>
          </a:p>
        </p:txBody>
      </p:sp>
    </p:spTree>
    <p:extLst>
      <p:ext uri="{BB962C8B-B14F-4D97-AF65-F5344CB8AC3E}">
        <p14:creationId xmlns:p14="http://schemas.microsoft.com/office/powerpoint/2010/main" val="18150023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937B1-C67B-475D-DFF2-C90ABF4E0EF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EAF76F-109C-93E8-36A0-1CBEF6E7667C}"/>
              </a:ext>
            </a:extLst>
          </p:cNvPr>
          <p:cNvSpPr>
            <a:spLocks noGrp="1"/>
          </p:cNvSpPr>
          <p:nvPr>
            <p:ph idx="1"/>
          </p:nvPr>
        </p:nvSpPr>
        <p:spPr>
          <a:xfrm>
            <a:off x="472611" y="1962364"/>
            <a:ext cx="7057000" cy="2931953"/>
          </a:xfrm>
        </p:spPr>
        <p:txBody>
          <a:bodyPr/>
          <a:lstStyle/>
          <a:p>
            <a:pPr algn="just"/>
            <a:r>
              <a:rPr lang="tr-TR" sz="1600" dirty="0"/>
              <a:t>	Yasama dokunulmazlığının kaldırılmasına veya milletvekilliğinin düşmesine 84 üncü maddenin birinci, üçüncü veya dördüncü fıkralarına göre karar verilmiş olması hallerinde, Meclis Genel Kurulu kararının alındığı tarihten başlayarak yedi gün içerisinde ilgili milletvekili veya bir diğer milletvekili, kararın, Anayasaya, kanuna veya İçtüzüğe aykırılığı iddiasıyla iptali için Anayasa Mahkemesine başvurabilir. Anayasa Mahkemesi, iptal istemini </a:t>
            </a:r>
            <a:r>
              <a:rPr lang="tr-TR" sz="1600" dirty="0" err="1"/>
              <a:t>onbeş</a:t>
            </a:r>
            <a:r>
              <a:rPr lang="tr-TR" sz="1600" dirty="0"/>
              <a:t> gün içerisinde kesin karara bağlar.</a:t>
            </a:r>
          </a:p>
          <a:p>
            <a:pPr algn="just"/>
            <a:endParaRPr lang="tr-TR" sz="1600" dirty="0"/>
          </a:p>
        </p:txBody>
      </p:sp>
      <p:sp>
        <p:nvSpPr>
          <p:cNvPr id="4" name="Content Placeholder 2">
            <a:extLst>
              <a:ext uri="{FF2B5EF4-FFF2-40B4-BE49-F238E27FC236}">
                <a16:creationId xmlns:a16="http://schemas.microsoft.com/office/drawing/2014/main" id="{D5EA7079-5548-81B0-F5BF-EA5B68440D25}"/>
              </a:ext>
            </a:extLst>
          </p:cNvPr>
          <p:cNvSpPr txBox="1">
            <a:spLocks/>
          </p:cNvSpPr>
          <p:nvPr/>
        </p:nvSpPr>
        <p:spPr>
          <a:xfrm>
            <a:off x="1147520" y="76841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a:t>Anayasa m. 85</a:t>
            </a:r>
          </a:p>
          <a:p>
            <a:endParaRPr lang="en-US" dirty="0"/>
          </a:p>
        </p:txBody>
      </p:sp>
    </p:spTree>
    <p:extLst>
      <p:ext uri="{BB962C8B-B14F-4D97-AF65-F5344CB8AC3E}">
        <p14:creationId xmlns:p14="http://schemas.microsoft.com/office/powerpoint/2010/main" val="3582617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FD77D-4F57-ED5C-122D-1148AF1DC00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DFFB30-B6ED-61B1-165F-4BA13979B0C4}"/>
              </a:ext>
            </a:extLst>
          </p:cNvPr>
          <p:cNvSpPr>
            <a:spLocks noGrp="1"/>
          </p:cNvSpPr>
          <p:nvPr>
            <p:ph idx="1"/>
          </p:nvPr>
        </p:nvSpPr>
        <p:spPr>
          <a:xfrm>
            <a:off x="407297" y="1570479"/>
            <a:ext cx="9378960" cy="2931953"/>
          </a:xfrm>
        </p:spPr>
        <p:txBody>
          <a:bodyPr/>
          <a:lstStyle/>
          <a:p>
            <a:pPr algn="just"/>
            <a:endParaRPr lang="tr-TR" sz="1600" b="1" dirty="0"/>
          </a:p>
          <a:p>
            <a:pPr marL="285750" indent="-285750" algn="just">
              <a:lnSpc>
                <a:spcPct val="200000"/>
              </a:lnSpc>
              <a:buFont typeface="Arial" panose="020B0604020202020204" pitchFamily="34" charset="0"/>
              <a:buChar char="•"/>
            </a:pPr>
            <a:r>
              <a:rPr lang="tr-TR" sz="1600" dirty="0"/>
              <a:t>«Yasama meclislerinin kendi iç çalışmalarını düzenlemek için koydukları kurallar.»</a:t>
            </a:r>
          </a:p>
          <a:p>
            <a:pPr marL="633222" lvl="1" indent="-285750" algn="just">
              <a:lnSpc>
                <a:spcPct val="200000"/>
              </a:lnSpc>
            </a:pPr>
            <a:r>
              <a:rPr lang="tr-TR" sz="1600" b="1" dirty="0"/>
              <a:t>Şekil Yönünden Denetim</a:t>
            </a:r>
          </a:p>
          <a:p>
            <a:pPr lvl="1" indent="0" algn="just">
              <a:lnSpc>
                <a:spcPct val="200000"/>
              </a:lnSpc>
              <a:buNone/>
            </a:pPr>
            <a:r>
              <a:rPr lang="tr-TR" sz="1600" dirty="0"/>
              <a:t>	6216 say. Kanun m. 36/1</a:t>
            </a:r>
          </a:p>
          <a:p>
            <a:pPr lvl="1" indent="0" algn="just">
              <a:lnSpc>
                <a:spcPct val="200000"/>
              </a:lnSpc>
              <a:buNone/>
            </a:pPr>
            <a:r>
              <a:rPr lang="tr-TR" sz="1600" dirty="0"/>
              <a:t>	«…Türkiye Büyük Millet Meclisi İçtüzüğünün son oylamasının </a:t>
            </a:r>
          </a:p>
          <a:p>
            <a:pPr lvl="1" indent="0" algn="just">
              <a:lnSpc>
                <a:spcPct val="200000"/>
              </a:lnSpc>
              <a:buNone/>
            </a:pPr>
            <a:r>
              <a:rPr lang="tr-TR" sz="1600" dirty="0"/>
              <a:t>öngörülen çoğunlukla yapılıp yapılmadığı; hususlarıyla sınırlıdır.»</a:t>
            </a:r>
          </a:p>
          <a:p>
            <a:pPr marL="633222" lvl="1" indent="-285750" algn="just">
              <a:lnSpc>
                <a:spcPct val="200000"/>
              </a:lnSpc>
            </a:pPr>
            <a:r>
              <a:rPr lang="tr-TR" sz="1600" b="1" dirty="0"/>
              <a:t>Esas Yönünden Denetim</a:t>
            </a:r>
          </a:p>
          <a:p>
            <a:pPr marL="633222" lvl="1" indent="-285750" algn="just">
              <a:lnSpc>
                <a:spcPct val="200000"/>
              </a:lnSpc>
            </a:pPr>
            <a:endParaRPr lang="tr-TR" sz="1600" b="1" dirty="0"/>
          </a:p>
        </p:txBody>
      </p:sp>
      <p:sp>
        <p:nvSpPr>
          <p:cNvPr id="4" name="Content Placeholder 2">
            <a:extLst>
              <a:ext uri="{FF2B5EF4-FFF2-40B4-BE49-F238E27FC236}">
                <a16:creationId xmlns:a16="http://schemas.microsoft.com/office/drawing/2014/main" id="{68709243-27FC-A15E-0B4A-D99ADA927881}"/>
              </a:ext>
            </a:extLst>
          </p:cNvPr>
          <p:cNvSpPr txBox="1">
            <a:spLocks/>
          </p:cNvSpPr>
          <p:nvPr/>
        </p:nvSpPr>
        <p:spPr>
          <a:xfrm>
            <a:off x="1147520" y="76841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a:t>TBMM İçtüzük Değişiklikleri</a:t>
            </a:r>
          </a:p>
          <a:p>
            <a:endParaRPr lang="en-US" dirty="0"/>
          </a:p>
        </p:txBody>
      </p:sp>
    </p:spTree>
    <p:extLst>
      <p:ext uri="{BB962C8B-B14F-4D97-AF65-F5344CB8AC3E}">
        <p14:creationId xmlns:p14="http://schemas.microsoft.com/office/powerpoint/2010/main" val="1976273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4F51DB-2429-9B0E-2246-74371BB5F0C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1F4121-D5DC-F195-FAF8-812375272631}"/>
              </a:ext>
            </a:extLst>
          </p:cNvPr>
          <p:cNvSpPr>
            <a:spLocks noGrp="1"/>
          </p:cNvSpPr>
          <p:nvPr>
            <p:ph idx="1"/>
          </p:nvPr>
        </p:nvSpPr>
        <p:spPr>
          <a:xfrm>
            <a:off x="472611" y="1962364"/>
            <a:ext cx="7057000" cy="2931953"/>
          </a:xfrm>
        </p:spPr>
        <p:txBody>
          <a:bodyPr/>
          <a:lstStyle/>
          <a:p>
            <a:pPr algn="just"/>
            <a:r>
              <a:rPr lang="tr-TR" sz="1600" dirty="0"/>
              <a:t>	Anayasa Mahkemesi, </a:t>
            </a:r>
            <a:r>
              <a:rPr lang="tr-TR" sz="1600" b="1" dirty="0"/>
              <a:t>kanunların</a:t>
            </a:r>
            <a:r>
              <a:rPr lang="tr-TR" sz="1600" dirty="0"/>
              <a:t>, </a:t>
            </a:r>
            <a:r>
              <a:rPr lang="tr-TR" sz="1600" b="1" dirty="0"/>
              <a:t>Cumhurbaşkanlığı kararnamelerinin</a:t>
            </a:r>
            <a:r>
              <a:rPr lang="tr-TR" sz="1600" dirty="0"/>
              <a:t> ve </a:t>
            </a:r>
            <a:r>
              <a:rPr lang="tr-TR" sz="1600" b="1" dirty="0"/>
              <a:t>Türkiye Büyük Millet Meclisi İçtüzüğünün </a:t>
            </a:r>
            <a:r>
              <a:rPr lang="tr-TR" sz="1600" dirty="0"/>
              <a:t>Anayasaya şekil ve esas bakımlarından uygunluğunu denetler ve bireysel başvuruları karara bağlar. </a:t>
            </a:r>
            <a:r>
              <a:rPr lang="tr-TR" sz="1600" b="1" dirty="0"/>
              <a:t>Anayasa değişikliklerini </a:t>
            </a:r>
            <a:r>
              <a:rPr lang="tr-TR" sz="1600" dirty="0"/>
              <a:t>ise sadece şekil bakımından inceler ve denetler. Ancak, olağanüstü hallerde ve savaş hallerinde çıkarılan Cumhurbaşkanlığı kararnamelerinin şekil ve esas bakımından Anayasaya aykırılığı iddiasıyla, Anayasa Mahkemesinde dava açılamaz.</a:t>
            </a:r>
          </a:p>
        </p:txBody>
      </p:sp>
      <p:sp>
        <p:nvSpPr>
          <p:cNvPr id="4" name="Content Placeholder 2">
            <a:extLst>
              <a:ext uri="{FF2B5EF4-FFF2-40B4-BE49-F238E27FC236}">
                <a16:creationId xmlns:a16="http://schemas.microsoft.com/office/drawing/2014/main" id="{0C61CF30-2623-2C93-24A2-C3DC66D041F1}"/>
              </a:ext>
            </a:extLst>
          </p:cNvPr>
          <p:cNvSpPr txBox="1">
            <a:spLocks/>
          </p:cNvSpPr>
          <p:nvPr/>
        </p:nvSpPr>
        <p:spPr>
          <a:xfrm>
            <a:off x="1147520" y="76841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a:t>Anayasa m. 148/1:</a:t>
            </a:r>
          </a:p>
          <a:p>
            <a:endParaRPr lang="en-US" dirty="0"/>
          </a:p>
        </p:txBody>
      </p:sp>
    </p:spTree>
    <p:extLst>
      <p:ext uri="{BB962C8B-B14F-4D97-AF65-F5344CB8AC3E}">
        <p14:creationId xmlns:p14="http://schemas.microsoft.com/office/powerpoint/2010/main" val="20266037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F8BDD-88A1-D618-5204-50C8C17B8B7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20D62B-BB74-E3FB-B6D8-37FCEE80DF6A}"/>
              </a:ext>
            </a:extLst>
          </p:cNvPr>
          <p:cNvSpPr>
            <a:spLocks noGrp="1"/>
          </p:cNvSpPr>
          <p:nvPr>
            <p:ph idx="1"/>
          </p:nvPr>
        </p:nvSpPr>
        <p:spPr>
          <a:xfrm>
            <a:off x="472611" y="1962364"/>
            <a:ext cx="7057000" cy="2931953"/>
          </a:xfrm>
        </p:spPr>
        <p:txBody>
          <a:bodyPr/>
          <a:lstStyle/>
          <a:p>
            <a:pPr algn="just"/>
            <a:r>
              <a:rPr lang="tr-TR" sz="1600" dirty="0"/>
              <a:t>	Kanunların şekil bakımından denetlenmesi, son oylamanın, öngörülen çoğunlukla yapılıp yapılmadığı; Anayasa değişikliklerinde ise, teklif ve oylama çoğunluğuna ve ivedilikle görüşülemeyeceği şartına uyulup uyulmadığı hususları ile sınırlıdır. Şekil bakımından denetleme, Cumhurbaşkanınca veya Türkiye Büyük Millet Meclisi üyelerinin beşte biri tarafından istenebilir. Kanunun yayımlandığı tarihten itibaren on gün geçtikten sonra, şekil bozukluğuna dayalı iptal davası açılamaz; def'i yoluyla da ileri sürülemez.</a:t>
            </a:r>
          </a:p>
          <a:p>
            <a:pPr algn="just"/>
            <a:endParaRPr lang="tr-TR" sz="1600" dirty="0"/>
          </a:p>
        </p:txBody>
      </p:sp>
      <p:sp>
        <p:nvSpPr>
          <p:cNvPr id="4" name="Content Placeholder 2">
            <a:extLst>
              <a:ext uri="{FF2B5EF4-FFF2-40B4-BE49-F238E27FC236}">
                <a16:creationId xmlns:a16="http://schemas.microsoft.com/office/drawing/2014/main" id="{0CDE1A63-0F4A-8EC0-0C8A-3B6A8464D899}"/>
              </a:ext>
            </a:extLst>
          </p:cNvPr>
          <p:cNvSpPr txBox="1">
            <a:spLocks/>
          </p:cNvSpPr>
          <p:nvPr/>
        </p:nvSpPr>
        <p:spPr>
          <a:xfrm>
            <a:off x="1147520" y="76841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a:t>Anayasa m. 148/2:</a:t>
            </a:r>
          </a:p>
          <a:p>
            <a:endParaRPr lang="en-US" dirty="0"/>
          </a:p>
        </p:txBody>
      </p:sp>
    </p:spTree>
    <p:extLst>
      <p:ext uri="{BB962C8B-B14F-4D97-AF65-F5344CB8AC3E}">
        <p14:creationId xmlns:p14="http://schemas.microsoft.com/office/powerpoint/2010/main" val="10775381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18904898-7154-897E-EC5D-8E699D75883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49DD35-45D8-CCED-C1D3-919DE3E0C18D}"/>
              </a:ext>
            </a:extLst>
          </p:cNvPr>
          <p:cNvSpPr>
            <a:spLocks noGrp="1"/>
          </p:cNvSpPr>
          <p:nvPr>
            <p:ph idx="1"/>
          </p:nvPr>
        </p:nvSpPr>
        <p:spPr>
          <a:xfrm>
            <a:off x="472611" y="1962364"/>
            <a:ext cx="7057000" cy="2931953"/>
          </a:xfrm>
        </p:spPr>
        <p:txBody>
          <a:bodyPr/>
          <a:lstStyle/>
          <a:p>
            <a:pPr algn="just">
              <a:buNone/>
            </a:pPr>
            <a:r>
              <a:rPr lang="tr-TR" sz="1600" dirty="0"/>
              <a:t>	Şekil bakımından denetim; Anayasa değişikliklerinde teklif çoğunluğuna, oylama çoğunluğuna ve ivedilikle görüşülemeyeceği şartına uyulup uyulmadığı; kanunların ve Türkiye Büyük Millet Meclisi İçtüzüğünün son oylamasının öngörülen çoğunlukla yapılıp yapılmadığı; hususlarıyla sınırlıdır.</a:t>
            </a:r>
          </a:p>
          <a:p>
            <a:pPr algn="just"/>
            <a:endParaRPr lang="tr-TR" sz="1600" dirty="0"/>
          </a:p>
        </p:txBody>
      </p:sp>
      <p:sp>
        <p:nvSpPr>
          <p:cNvPr id="4" name="Content Placeholder 2">
            <a:extLst>
              <a:ext uri="{FF2B5EF4-FFF2-40B4-BE49-F238E27FC236}">
                <a16:creationId xmlns:a16="http://schemas.microsoft.com/office/drawing/2014/main" id="{856EDCD9-F22A-BA0C-0012-00A7F1AE6A42}"/>
              </a:ext>
            </a:extLst>
          </p:cNvPr>
          <p:cNvSpPr txBox="1">
            <a:spLocks/>
          </p:cNvSpPr>
          <p:nvPr/>
        </p:nvSpPr>
        <p:spPr>
          <a:xfrm>
            <a:off x="1147520" y="76841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a:t>6216 say. Kanun m. 36/1</a:t>
            </a:r>
          </a:p>
          <a:p>
            <a:endParaRPr lang="en-US" dirty="0"/>
          </a:p>
        </p:txBody>
      </p:sp>
    </p:spTree>
    <p:extLst>
      <p:ext uri="{BB962C8B-B14F-4D97-AF65-F5344CB8AC3E}">
        <p14:creationId xmlns:p14="http://schemas.microsoft.com/office/powerpoint/2010/main" val="4196715502"/>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46CDD-FB81-17D7-715A-659685D9E7B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47D708-294C-88D6-98FD-0CE1930DF08C}"/>
              </a:ext>
            </a:extLst>
          </p:cNvPr>
          <p:cNvSpPr>
            <a:spLocks noGrp="1"/>
          </p:cNvSpPr>
          <p:nvPr>
            <p:ph idx="1"/>
          </p:nvPr>
        </p:nvSpPr>
        <p:spPr>
          <a:xfrm>
            <a:off x="461724" y="1683810"/>
            <a:ext cx="7082075" cy="4405779"/>
          </a:xfrm>
        </p:spPr>
        <p:txBody>
          <a:bodyPr/>
          <a:lstStyle/>
          <a:p>
            <a:pPr algn="just"/>
            <a:endParaRPr lang="tr-TR" sz="1600" b="1" dirty="0"/>
          </a:p>
          <a:p>
            <a:pPr marL="285750" indent="-285750" algn="just">
              <a:lnSpc>
                <a:spcPct val="200000"/>
              </a:lnSpc>
              <a:buFont typeface="Arial" panose="020B0604020202020204" pitchFamily="34" charset="0"/>
              <a:buChar char="•"/>
            </a:pPr>
            <a:r>
              <a:rPr lang="tr-TR" sz="1600" b="1" dirty="0"/>
              <a:t>Kural: Parlamento kararları denetime tabi değil.</a:t>
            </a:r>
          </a:p>
          <a:p>
            <a:pPr marL="285750" indent="-285750" algn="just">
              <a:lnSpc>
                <a:spcPct val="200000"/>
              </a:lnSpc>
              <a:buFont typeface="Arial" panose="020B0604020202020204" pitchFamily="34" charset="0"/>
              <a:buChar char="•"/>
            </a:pPr>
            <a:r>
              <a:rPr lang="tr-TR" sz="1600" b="1" dirty="0"/>
              <a:t>İstisna:</a:t>
            </a:r>
            <a:r>
              <a:rPr lang="tr-TR" sz="1600" dirty="0"/>
              <a:t> Bir normun anayasal denetime tabi tutulabilecek nitelikte olup olmadığı belirlenirken sadece o normun nasıl nitelendirildiğine ve adlandırıldığına veya bu işlemin nasıl bir yöntem izlenerek yapıldığına bakılması yeterli değildir, normun yapılış yöntemi ve adı ne olursa olsun hukuksal niteliği, etkisi ve doğurduğu sonuçların da gözetilmesi gerekir.</a:t>
            </a:r>
          </a:p>
        </p:txBody>
      </p:sp>
      <p:sp>
        <p:nvSpPr>
          <p:cNvPr id="4" name="Content Placeholder 2">
            <a:extLst>
              <a:ext uri="{FF2B5EF4-FFF2-40B4-BE49-F238E27FC236}">
                <a16:creationId xmlns:a16="http://schemas.microsoft.com/office/drawing/2014/main" id="{99853C32-8EE9-74FF-0058-BE82D822FC34}"/>
              </a:ext>
            </a:extLst>
          </p:cNvPr>
          <p:cNvSpPr txBox="1">
            <a:spLocks/>
          </p:cNvSpPr>
          <p:nvPr/>
        </p:nvSpPr>
        <p:spPr>
          <a:xfrm>
            <a:off x="1147520" y="76841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a:t>Eylemli İçtüzük Değişikliği</a:t>
            </a:r>
          </a:p>
          <a:p>
            <a:endParaRPr lang="en-US" dirty="0"/>
          </a:p>
        </p:txBody>
      </p:sp>
    </p:spTree>
    <p:extLst>
      <p:ext uri="{BB962C8B-B14F-4D97-AF65-F5344CB8AC3E}">
        <p14:creationId xmlns:p14="http://schemas.microsoft.com/office/powerpoint/2010/main" val="1490655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42C31-7E10-8D9E-225E-C60F9C0437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2E46FA-72B1-2C49-6F60-2BA911AC48DE}"/>
              </a:ext>
            </a:extLst>
          </p:cNvPr>
          <p:cNvSpPr>
            <a:spLocks noGrp="1"/>
          </p:cNvSpPr>
          <p:nvPr>
            <p:ph idx="1"/>
          </p:nvPr>
        </p:nvSpPr>
        <p:spPr>
          <a:xfrm>
            <a:off x="461724" y="1683810"/>
            <a:ext cx="7082075" cy="4405779"/>
          </a:xfrm>
        </p:spPr>
        <p:txBody>
          <a:bodyPr/>
          <a:lstStyle/>
          <a:p>
            <a:pPr algn="just"/>
            <a:endParaRPr lang="tr-TR" sz="1600" b="1" dirty="0"/>
          </a:p>
          <a:p>
            <a:pPr marL="285750" indent="-285750" algn="just">
              <a:lnSpc>
                <a:spcPct val="200000"/>
              </a:lnSpc>
              <a:buFont typeface="Arial" panose="020B0604020202020204" pitchFamily="34" charset="0"/>
              <a:buChar char="•"/>
            </a:pPr>
            <a:r>
              <a:rPr lang="tr-TR" sz="1600" b="1" dirty="0"/>
              <a:t>Kural: Parlamento kararları denetime tabi değil.</a:t>
            </a:r>
          </a:p>
          <a:p>
            <a:pPr marL="285750" indent="-285750" algn="just">
              <a:lnSpc>
                <a:spcPct val="200000"/>
              </a:lnSpc>
              <a:buFont typeface="Arial" panose="020B0604020202020204" pitchFamily="34" charset="0"/>
              <a:buChar char="•"/>
            </a:pPr>
            <a:r>
              <a:rPr lang="tr-TR" sz="1600" b="1" dirty="0"/>
              <a:t>İstisna:</a:t>
            </a:r>
            <a:r>
              <a:rPr lang="tr-TR" sz="1600" dirty="0"/>
              <a:t> “İçtüzüğün bir kuralını değiştirme ya da İçtüzüğe yeni bir kural koyma niteliğinde olan TBMM uygulamaları ve kararları, İçtüzük kuralı sayılır.”</a:t>
            </a:r>
          </a:p>
          <a:p>
            <a:pPr marL="285750" indent="-285750" algn="just">
              <a:lnSpc>
                <a:spcPct val="200000"/>
              </a:lnSpc>
              <a:buFont typeface="Arial" panose="020B0604020202020204" pitchFamily="34" charset="0"/>
              <a:buChar char="•"/>
            </a:pPr>
            <a:r>
              <a:rPr lang="tr-TR" sz="1600" dirty="0"/>
              <a:t>“kaynağını Anayasa’da bulan ve maddi anlamda İçtüzük kuralı niteliği taşıyan Anayasa hükümlerinin öngördüğü şekle uyulmaksızın alınan Meclis kararlarının eylemli içtüzük değişikliği niteliği taşıdığı”</a:t>
            </a:r>
          </a:p>
        </p:txBody>
      </p:sp>
      <p:sp>
        <p:nvSpPr>
          <p:cNvPr id="4" name="Content Placeholder 2">
            <a:extLst>
              <a:ext uri="{FF2B5EF4-FFF2-40B4-BE49-F238E27FC236}">
                <a16:creationId xmlns:a16="http://schemas.microsoft.com/office/drawing/2014/main" id="{52C7B333-3201-15CE-8610-526B14B451EF}"/>
              </a:ext>
            </a:extLst>
          </p:cNvPr>
          <p:cNvSpPr txBox="1">
            <a:spLocks/>
          </p:cNvSpPr>
          <p:nvPr/>
        </p:nvSpPr>
        <p:spPr>
          <a:xfrm>
            <a:off x="1147520" y="76841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a:t>Eylemli İçtüzük Değişikliği</a:t>
            </a:r>
          </a:p>
          <a:p>
            <a:endParaRPr lang="en-US" dirty="0"/>
          </a:p>
        </p:txBody>
      </p:sp>
    </p:spTree>
    <p:extLst>
      <p:ext uri="{BB962C8B-B14F-4D97-AF65-F5344CB8AC3E}">
        <p14:creationId xmlns:p14="http://schemas.microsoft.com/office/powerpoint/2010/main" val="560895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93252-CD56-C533-60E4-322928EE540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7573CB-E882-00DA-9353-9228A2BD71DD}"/>
              </a:ext>
            </a:extLst>
          </p:cNvPr>
          <p:cNvSpPr>
            <a:spLocks noGrp="1"/>
          </p:cNvSpPr>
          <p:nvPr>
            <p:ph idx="1"/>
          </p:nvPr>
        </p:nvSpPr>
        <p:spPr>
          <a:xfrm>
            <a:off x="472611" y="1962364"/>
            <a:ext cx="7057000" cy="2931953"/>
          </a:xfrm>
        </p:spPr>
        <p:txBody>
          <a:bodyPr/>
          <a:lstStyle/>
          <a:p>
            <a:pPr algn="just"/>
            <a:endParaRPr lang="tr-TR" sz="1600" b="1" dirty="0"/>
          </a:p>
          <a:p>
            <a:pPr marL="285750" indent="-285750" algn="just">
              <a:lnSpc>
                <a:spcPct val="200000"/>
              </a:lnSpc>
              <a:buFont typeface="Arial" panose="020B0604020202020204" pitchFamily="34" charset="0"/>
              <a:buChar char="•"/>
            </a:pPr>
            <a:r>
              <a:rPr lang="tr-TR" sz="1600" b="1" dirty="0"/>
              <a:t>Kural: Anayasa m. 90/5</a:t>
            </a:r>
          </a:p>
          <a:p>
            <a:pPr marL="285750" indent="-285750" algn="just">
              <a:lnSpc>
                <a:spcPct val="200000"/>
              </a:lnSpc>
              <a:buFont typeface="Arial" panose="020B0604020202020204" pitchFamily="34" charset="0"/>
              <a:buChar char="•"/>
            </a:pPr>
            <a:r>
              <a:rPr lang="tr-TR" sz="1600" b="1" dirty="0"/>
              <a:t>İstisna:</a:t>
            </a:r>
          </a:p>
        </p:txBody>
      </p:sp>
      <p:sp>
        <p:nvSpPr>
          <p:cNvPr id="4" name="Content Placeholder 2">
            <a:extLst>
              <a:ext uri="{FF2B5EF4-FFF2-40B4-BE49-F238E27FC236}">
                <a16:creationId xmlns:a16="http://schemas.microsoft.com/office/drawing/2014/main" id="{FC9B1BE7-0A83-F172-48BE-A55580311D75}"/>
              </a:ext>
            </a:extLst>
          </p:cNvPr>
          <p:cNvSpPr txBox="1">
            <a:spLocks/>
          </p:cNvSpPr>
          <p:nvPr/>
        </p:nvSpPr>
        <p:spPr>
          <a:xfrm>
            <a:off x="1147520" y="76841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a:t>Uluslararası Anlaşmalar</a:t>
            </a:r>
          </a:p>
          <a:p>
            <a:endParaRPr lang="en-US" dirty="0"/>
          </a:p>
        </p:txBody>
      </p:sp>
    </p:spTree>
    <p:extLst>
      <p:ext uri="{BB962C8B-B14F-4D97-AF65-F5344CB8AC3E}">
        <p14:creationId xmlns:p14="http://schemas.microsoft.com/office/powerpoint/2010/main" val="3170922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C7B5E-10C6-F0B6-EF55-C5C6EA3E450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E031F9-0934-2624-D57C-3CB572098AAC}"/>
              </a:ext>
            </a:extLst>
          </p:cNvPr>
          <p:cNvSpPr>
            <a:spLocks noGrp="1"/>
          </p:cNvSpPr>
          <p:nvPr>
            <p:ph idx="1"/>
          </p:nvPr>
        </p:nvSpPr>
        <p:spPr>
          <a:xfrm>
            <a:off x="472611" y="1962364"/>
            <a:ext cx="7057000" cy="2931953"/>
          </a:xfrm>
        </p:spPr>
        <p:txBody>
          <a:bodyPr/>
          <a:lstStyle/>
          <a:p>
            <a:pPr algn="just"/>
            <a:r>
              <a:rPr lang="tr-TR" sz="1600" dirty="0"/>
              <a:t>	Usulüne göre yürürlüğe konulmuş Milletlerarası </a:t>
            </a:r>
            <a:r>
              <a:rPr lang="tr-TR" sz="1600" dirty="0" err="1"/>
              <a:t>andlaşmalar</a:t>
            </a:r>
            <a:r>
              <a:rPr lang="tr-TR" sz="1600" dirty="0"/>
              <a:t> kanun hükmündedir. </a:t>
            </a:r>
            <a:r>
              <a:rPr lang="tr-TR" sz="1600" b="1" dirty="0"/>
              <a:t>Bunlar hakkında Anayasaya aykırılık iddiası ile Anayasa Mahkemesine başvurulamaz. </a:t>
            </a:r>
            <a:r>
              <a:rPr lang="tr-TR" sz="1600" dirty="0"/>
              <a:t>(Ek cümle: 7/5/2004- 5170/7 </a:t>
            </a:r>
            <a:r>
              <a:rPr lang="tr-TR" sz="1600" dirty="0" err="1"/>
              <a:t>md.</a:t>
            </a:r>
            <a:r>
              <a:rPr lang="tr-TR" sz="1600" dirty="0"/>
              <a:t>) Usulüne göre yürürlüğe konulmuş temel hak ve özgürlüklere ilişkin milletlerarası </a:t>
            </a:r>
            <a:r>
              <a:rPr lang="tr-TR" sz="1600" dirty="0" err="1"/>
              <a:t>andlaşmalarla</a:t>
            </a:r>
            <a:r>
              <a:rPr lang="tr-TR" sz="1600" dirty="0"/>
              <a:t> kanunların aynı konuda farklı hükümler içermesi nedeniyle çıkabilecek uyuşmazlıklarda milletlerarası </a:t>
            </a:r>
            <a:r>
              <a:rPr lang="tr-TR" sz="1600" dirty="0" err="1"/>
              <a:t>andlaşma</a:t>
            </a:r>
            <a:r>
              <a:rPr lang="tr-TR" sz="1600" dirty="0"/>
              <a:t> hükümleri esas alınır.</a:t>
            </a:r>
          </a:p>
          <a:p>
            <a:pPr algn="just"/>
            <a:endParaRPr lang="tr-TR" sz="1600" dirty="0"/>
          </a:p>
        </p:txBody>
      </p:sp>
      <p:sp>
        <p:nvSpPr>
          <p:cNvPr id="4" name="Content Placeholder 2">
            <a:extLst>
              <a:ext uri="{FF2B5EF4-FFF2-40B4-BE49-F238E27FC236}">
                <a16:creationId xmlns:a16="http://schemas.microsoft.com/office/drawing/2014/main" id="{46A2EBD5-1A1C-E6B4-3FB3-592DEADDE7BD}"/>
              </a:ext>
            </a:extLst>
          </p:cNvPr>
          <p:cNvSpPr txBox="1">
            <a:spLocks/>
          </p:cNvSpPr>
          <p:nvPr/>
        </p:nvSpPr>
        <p:spPr>
          <a:xfrm>
            <a:off x="1147520" y="768411"/>
            <a:ext cx="5693664" cy="724058"/>
          </a:xfrm>
          <a:prstGeom prst="rect">
            <a:avLst/>
          </a:prstGeom>
        </p:spPr>
        <p:txBody>
          <a:bodyPr vert="horz" lIns="91440" tIns="45720" rIns="91440" bIns="45720" rtlCol="0">
            <a:noAutofit/>
          </a:bodyPr>
          <a:lstStyle>
            <a:lvl1pPr marL="0" indent="0" algn="l" defTabSz="914400" rtl="0" eaLnBrk="1" latinLnBrk="0" hangingPunct="1">
              <a:lnSpc>
                <a:spcPct val="150000"/>
              </a:lnSpc>
              <a:spcBef>
                <a:spcPts val="0"/>
              </a:spcBef>
              <a:buFont typeface="Arial" panose="020B0604020202020204" pitchFamily="34" charset="0"/>
              <a:buNone/>
              <a:defRPr sz="2400" kern="1200">
                <a:solidFill>
                  <a:schemeClr val="accent6"/>
                </a:solidFill>
                <a:latin typeface="+mn-lt"/>
                <a:ea typeface="+mn-ea"/>
                <a:cs typeface="+mn-cs"/>
              </a:defRPr>
            </a:lvl1pPr>
            <a:lvl2pPr marL="347472" indent="-347472" algn="l" defTabSz="914400" rtl="0" eaLnBrk="1" latinLnBrk="0" hangingPunct="1">
              <a:lnSpc>
                <a:spcPct val="150000"/>
              </a:lnSpc>
              <a:spcBef>
                <a:spcPts val="0"/>
              </a:spcBef>
              <a:buFont typeface="Arial" panose="020B0604020202020204" pitchFamily="34" charset="0"/>
              <a:buChar char="•"/>
              <a:defRPr sz="2000" kern="1200">
                <a:solidFill>
                  <a:schemeClr val="accent6"/>
                </a:solidFill>
                <a:latin typeface="+mn-lt"/>
                <a:ea typeface="+mn-ea"/>
                <a:cs typeface="+mn-cs"/>
              </a:defRPr>
            </a:lvl2pPr>
            <a:lvl3pPr marL="685800" indent="-347472" algn="l" defTabSz="914400" rtl="0" eaLnBrk="1" latinLnBrk="0" hangingPunct="1">
              <a:lnSpc>
                <a:spcPct val="150000"/>
              </a:lnSpc>
              <a:spcBef>
                <a:spcPts val="0"/>
              </a:spcBef>
              <a:buFont typeface="Arial" panose="020B0604020202020204" pitchFamily="34" charset="0"/>
              <a:buChar char="•"/>
              <a:defRPr sz="18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sz="2800" b="1" dirty="0"/>
              <a:t>Anayasa m. 90/5</a:t>
            </a:r>
          </a:p>
          <a:p>
            <a:endParaRPr lang="en-US" dirty="0"/>
          </a:p>
        </p:txBody>
      </p:sp>
    </p:spTree>
    <p:extLst>
      <p:ext uri="{BB962C8B-B14F-4D97-AF65-F5344CB8AC3E}">
        <p14:creationId xmlns:p14="http://schemas.microsoft.com/office/powerpoint/2010/main" val="4099210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A2CD201C-C933-0B88-F8CE-72F804A28190}"/>
              </a:ext>
            </a:extLst>
          </p:cNvPr>
          <p:cNvPicPr>
            <a:picLocks noGrp="1" noChangeAspect="1"/>
          </p:cNvPicPr>
          <p:nvPr>
            <p:ph type="pic" sz="quarter" idx="13"/>
          </p:nvPr>
        </p:nvPicPr>
        <p:blipFill>
          <a:blip r:embed="rId2"/>
          <a:stretch/>
        </p:blipFill>
        <p:spPr>
          <a:xfrm>
            <a:off x="120650" y="530956"/>
            <a:ext cx="11950700" cy="5796089"/>
          </a:xfrm>
          <a:prstGeom prst="rect">
            <a:avLst/>
          </a:prstGeom>
          <a:noFill/>
        </p:spPr>
      </p:pic>
    </p:spTree>
    <p:extLst>
      <p:ext uri="{BB962C8B-B14F-4D97-AF65-F5344CB8AC3E}">
        <p14:creationId xmlns:p14="http://schemas.microsoft.com/office/powerpoint/2010/main" val="16256553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AB426-5B7C-607E-D413-5D2C9495CC0A}"/>
              </a:ext>
            </a:extLst>
          </p:cNvPr>
          <p:cNvSpPr>
            <a:spLocks noGrp="1"/>
          </p:cNvSpPr>
          <p:nvPr>
            <p:ph type="ctrTitle"/>
          </p:nvPr>
        </p:nvSpPr>
        <p:spPr>
          <a:xfrm>
            <a:off x="1527048" y="1975104"/>
            <a:ext cx="5104980" cy="667512"/>
          </a:xfrm>
        </p:spPr>
        <p:txBody>
          <a:bodyPr/>
          <a:lstStyle/>
          <a:p>
            <a:r>
              <a:rPr lang="en-US" dirty="0" err="1"/>
              <a:t>Teşekkürler</a:t>
            </a:r>
            <a:endParaRPr lang="en-US" dirty="0"/>
          </a:p>
        </p:txBody>
      </p:sp>
      <p:sp>
        <p:nvSpPr>
          <p:cNvPr id="3" name="Subtitle 2">
            <a:extLst>
              <a:ext uri="{FF2B5EF4-FFF2-40B4-BE49-F238E27FC236}">
                <a16:creationId xmlns:a16="http://schemas.microsoft.com/office/drawing/2014/main" id="{B787DFD8-D262-D485-B1F2-817C5A0928C5}"/>
              </a:ext>
            </a:extLst>
          </p:cNvPr>
          <p:cNvSpPr>
            <a:spLocks noGrp="1"/>
          </p:cNvSpPr>
          <p:nvPr>
            <p:ph type="subTitle" idx="1"/>
          </p:nvPr>
        </p:nvSpPr>
        <p:spPr/>
        <p:txBody>
          <a:bodyPr/>
          <a:lstStyle/>
          <a:p>
            <a:r>
              <a:rPr lang="en-US" dirty="0"/>
              <a:t>Ar. </a:t>
            </a:r>
            <a:r>
              <a:rPr lang="en-US" dirty="0" err="1"/>
              <a:t>Gör</a:t>
            </a:r>
            <a:r>
              <a:rPr lang="en-US" dirty="0"/>
              <a:t>. Kardelen Altun</a:t>
            </a:r>
          </a:p>
          <a:p>
            <a:r>
              <a:rPr lang="en-US" dirty="0" err="1"/>
              <a:t>kardelenaltun@gmail.com</a:t>
            </a:r>
            <a:endParaRPr lang="en-US" dirty="0"/>
          </a:p>
          <a:p>
            <a:r>
              <a:rPr lang="en-US" dirty="0" err="1"/>
              <a:t>kardelenaltun@Ankara.edu.tr</a:t>
            </a:r>
            <a:endParaRPr lang="en-US" dirty="0"/>
          </a:p>
        </p:txBody>
      </p:sp>
    </p:spTree>
    <p:extLst>
      <p:ext uri="{BB962C8B-B14F-4D97-AF65-F5344CB8AC3E}">
        <p14:creationId xmlns:p14="http://schemas.microsoft.com/office/powerpoint/2010/main" val="1003962426"/>
      </p:ext>
    </p:extLst>
  </p:cSld>
  <p:clrMapOvr>
    <a:masterClrMapping/>
  </p:clrMapOvr>
</p:sld>
</file>

<file path=ppt/theme/theme1.xml><?xml version="1.0" encoding="utf-8"?>
<a:theme xmlns:a="http://schemas.openxmlformats.org/drawingml/2006/main" name="Office Theme">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Color-Block_Win32_jx_v9.potx" id="{B1D493D9-AF74-4AD6-8F0C-5B1308D7041B}" vid="{1AA99070-5A1F-42D2-9F5B-E7354C9646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themeOverride>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4588</TotalTime>
  <Words>1306</Words>
  <Application>Microsoft Macintosh PowerPoint</Application>
  <PresentationFormat>Geniş ekran</PresentationFormat>
  <Paragraphs>108</Paragraphs>
  <Slides>26</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26</vt:i4>
      </vt:variant>
    </vt:vector>
  </HeadingPairs>
  <TitlesOfParts>
    <vt:vector size="31" baseType="lpstr">
      <vt:lpstr>Arial</vt:lpstr>
      <vt:lpstr>Arial Black</vt:lpstr>
      <vt:lpstr>Calibri</vt:lpstr>
      <vt:lpstr>Sabon Next LT</vt:lpstr>
      <vt:lpstr>Office Theme</vt:lpstr>
      <vt:lpstr>Anayasa Yargısına Giriş</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Teşekkürler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Anayasa hukuku</dc:title>
  <dc:subject/>
  <dc:creator>Kardelen Altun</dc:creator>
  <cp:lastModifiedBy>Kardelen Altun</cp:lastModifiedBy>
  <cp:revision>26</cp:revision>
  <dcterms:created xsi:type="dcterms:W3CDTF">2023-02-21T17:08:11Z</dcterms:created>
  <dcterms:modified xsi:type="dcterms:W3CDTF">2026-04-02T08:19:08Z</dcterms:modified>
</cp:coreProperties>
</file>